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63350"/>
            <a:ext cx="6858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1563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9100" y="8715970"/>
            <a:ext cx="351249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ЧАСТНОЕ СОБРАНИЕ · МУЗЫКА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50" y="9049345"/>
            <a:ext cx="6000750" cy="13710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98"/>
              </a:lnSpc>
            </a:pPr>
            <a:r>
              <a:rPr sz="49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Metallica</a:t>
            </a:r>
          </a:p>
          <a:p>
            <a:pPr algn="l">
              <a:lnSpc>
                <a:spcPts val="5098"/>
              </a:lnSpc>
            </a:pPr>
            <a:r>
              <a:rPr sz="49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Depeche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0" y="10534650"/>
            <a:ext cx="6000750" cy="704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75"/>
              </a:lnSpc>
            </a:pPr>
            <a:r>
              <a:rPr sz="165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Тридцать один предмет: пластинки, барабанные пластики, накладки гитар и фотографии.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11744325"/>
            <a:ext cx="296301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 spc="24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31 ПРЕДМЕТ · АВГУСТ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048875"/>
            <a:ext cx="80010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9100" y="8244185"/>
            <a:ext cx="3199954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МЕТАЛЛИКА · ВЕСЬ СОСТАВ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50" y="8596610"/>
            <a:ext cx="6000750" cy="12808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43"/>
              </a:lnSpc>
            </a:pPr>
            <a:r>
              <a:rPr sz="46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Четыре подписи на одном предмете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0" y="10458450"/>
            <a:ext cx="6000750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180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Собрать всех четверых на одной вещи труднее всего: группа подписывает по отдельности и редко в один день. В подборке таких предметов семь.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62" y="1389906"/>
            <a:ext cx="6095875" cy="5721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7442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1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Пластик барабана с концерта 20 ноября 1991 года с автографами всех участников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317673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1991 · ТУР «ЧЁРНОГО АЛЬБОМА»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Год выхода «Чёрного альбома»: пятнадцать миллионов проданных копий в США и первое место в десяти странах.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2050554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1 900 000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55427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1203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10" y="1101179"/>
            <a:ext cx="6095981" cy="6009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507313"/>
            <a:ext cx="260315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2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8793063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«Kill 'Em All» — конверт с автографами всех участников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2682180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1983 · ДЕБЮТНЫЙ АЛЬБОМ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Первая пластинка Metallica. Записана за две недели на деньги, занятые у владельца магазина пластинок; тираж — пятнадцать тысяч копий.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2050554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1 600 000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4634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812578"/>
            <a:ext cx="6096000" cy="4876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604790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3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Промо-фотография эпохи «Чёрного альбома» с автографами всех участников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152204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1991 · ПРОМО-ТИРАЖ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Снимок рассылался по редакциям к выходу альбома, который перевёл группу из металла в стадионы.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4747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950 000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4634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59" y="1965424"/>
            <a:ext cx="6095882" cy="45709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608957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4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Накладка гитары Guitar Hero с автографами всех участников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3171825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2009 · GUITAR HERO: METALLICA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Игра, через которую с группой познакомилось поколение, не заставшее ни одного её альбома вживую.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813322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57830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32" y="411063"/>
            <a:ext cx="6095936" cy="4735413"/>
          </a:xfrm>
          <a:prstGeom prst="rect">
            <a:avLst/>
          </a:prstGeom>
        </p:spPr>
      </p:pic>
      <p:pic>
        <p:nvPicPr>
          <p:cNvPr id="5" name="Picture 4" descr="m0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121" y="5347990"/>
            <a:ext cx="4447758" cy="4909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10476905"/>
            <a:ext cx="2608957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4 ИЗ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50" y="10753130"/>
            <a:ext cx="6076950" cy="7625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3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Накладка гитары Guitar Hero с автографами всех участников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553825"/>
            <a:ext cx="5834807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Оригинальные кадры объявления: предмет с других сторон.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36" y="433388"/>
            <a:ext cx="6095928" cy="76351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601367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5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Фотография с автографами всех участников, 20×25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14937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СОСТАВ С ТРУХИЛЬО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Четыре профиля лицом друг к другу — кадр, который группа использовала как визитную карточку современного состава.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69715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750 000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4634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89" y="2796034"/>
            <a:ext cx="6095821" cy="2909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60523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6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Концертный билет 2009 года с автографами всех участников в капсуле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305082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2009 · ТУР «DEATH MAGNETIC»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Обычный входной билет, который после концерта попал к музыкантам и вернулся с четырьмя подписями.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98141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55427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59" y="1943993"/>
            <a:ext cx="6095882" cy="46138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9675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7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Фотография с автографами всех участников, 28×36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374255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СОВРЕМЕННЫЙ СОСТАВ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Кадр с фестивальной сцены: четверо с поднятыми руками в конце сета.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0814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048875"/>
            <a:ext cx="80010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9100" y="8244185"/>
            <a:ext cx="301674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МЕТАЛЛИКА · УЧАСТНИКИ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50" y="8596610"/>
            <a:ext cx="6000750" cy="12808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43"/>
              </a:lnSpc>
            </a:pPr>
            <a:r>
              <a:rPr sz="46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Хэтфилд, Ульрих,</a:t>
            </a:r>
          </a:p>
          <a:p>
            <a:pPr algn="l">
              <a:lnSpc>
                <a:spcPts val="4743"/>
              </a:lnSpc>
            </a:pPr>
            <a:r>
              <a:rPr sz="46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Хэмметт, Трухильо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0" y="10458450"/>
            <a:ext cx="6000750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180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Отдельные автографы участников: барабанные пластики, накладки гитар, пластинки и книга. Из них собирается стена, а не один предмет.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964978"/>
            <a:ext cx="6096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0254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Джеймс Хэтфилд — «Messengers. The Guitars of Metallica»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188014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ХЭТФИЛД · КНИГА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Издание о гитарах Metallica: инструменты, на которых сыграны все главные альбомы группы.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3791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350 000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55427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57830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492770"/>
            <a:ext cx="6096000" cy="4572000"/>
          </a:xfrm>
          <a:prstGeom prst="rect">
            <a:avLst/>
          </a:prstGeom>
        </p:spPr>
      </p:pic>
      <p:pic>
        <p:nvPicPr>
          <p:cNvPr id="5" name="Picture 4" descr="m0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866" y="5347990"/>
            <a:ext cx="3682268" cy="4909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10476905"/>
            <a:ext cx="250254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 ИЗ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50" y="10753130"/>
            <a:ext cx="6076950" cy="7625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3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Джеймс Хэтфилд — «Messengers. The Guitars of Metallica» с автографом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553825"/>
            <a:ext cx="5834807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Оригинальные кадры объявления: предмет с других сторон.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1203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42" y="1651397"/>
            <a:ext cx="6095916" cy="49092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507313"/>
            <a:ext cx="2531418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2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8793063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накладка гитары Stratocaster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3339703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ТРУХИЛЬО · БАСИСТ С 2003 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До Metallica играл у Оззи Осборна и в Suicidal Tendencies; в группу пришёл после прослушивания, снятого для документального фильма.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0814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55427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12" y="2454622"/>
            <a:ext cx="6095976" cy="3592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3290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3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Джеймс Хэтфилд — автограф на логотипе группы в капсуле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220664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ХЭТФИЛД · АВТОГРАФ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Логотип Metallica, нарисованный в 1981 году, — один из самых узнаваемых знаков в музыке.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2217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14" y="323850"/>
            <a:ext cx="5047573" cy="785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3707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4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Кирк Хэмметт — обложка «Master of Puppets»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56594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ХЭММЕТТ · СОЛО-ГИТАРА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Учился у Джо Сатриани; соло на «Master of Puppets» разбирают в гитарных школах до сих пор.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2217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40" y="1318766"/>
            <a:ext cx="6095920" cy="5864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2948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5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пластик барабана 30 см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355354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УЛЬРИХ · БАРАБАНЩИК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Основал группу по объявлению в газете, которое сам же и подал; за установкой Metallica с первого дня.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191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290 000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1203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37" y="1781919"/>
            <a:ext cx="6095925" cy="464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507313"/>
            <a:ext cx="253335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6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8793063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Джейсон Ньюстед — накладка гитары Stratocaster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3011835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НЬЮСТЕД · БАСИСТ 1986–2001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Пришёл в группу после гибели Клиффа Бёртона и отыграл пятнадцать лет — весь период от «...And Justice for All» до «S&amp;M».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91891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280 000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24" y="323850"/>
            <a:ext cx="5889352" cy="785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2486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7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пластик барабана Evans 25 см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355354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УЛЬРИХ · БАРАБАНЩИК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Evans — один из двух брендов, между которыми ударники делят весь мир; Ульрих играл на них десятилетиями.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191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57830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175" y="323850"/>
            <a:ext cx="3681501" cy="4909691"/>
          </a:xfrm>
          <a:prstGeom prst="rect">
            <a:avLst/>
          </a:prstGeom>
        </p:spPr>
      </p:pic>
      <p:pic>
        <p:nvPicPr>
          <p:cNvPr id="5" name="Picture 4" descr="m02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175" y="5347990"/>
            <a:ext cx="3681501" cy="4909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10476905"/>
            <a:ext cx="252486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7 ИЗ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50" y="10753130"/>
            <a:ext cx="6076950" cy="7625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3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пластик барабана Evans 25 см с автографом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553825"/>
            <a:ext cx="5834807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Оригинальные кадры объявления: предмет с других сторон.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70" y="1223367"/>
            <a:ext cx="6095860" cy="60552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33204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8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пластик барабана Remo 25 см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355354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УЛЬРИХ · БАРАБАНЩИК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Remo — второй из этих двух брендов; красный пластик выпускался ограниченными сериями.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191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4634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81" y="2198638"/>
            <a:ext cx="6095838" cy="41045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53335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9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«Master of Puppets»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91866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1986 · «MASTER OF PUPPETS»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Последний альбом, записанный с Клиффом Бёртоном: через полгода после выхода он погиб в аварии автобуса в Швеции.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191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1203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355" y="323850"/>
            <a:ext cx="5673142" cy="75641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507313"/>
            <a:ext cx="263485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10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8793063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«Master of Puppets»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291866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1986 · «MASTER OF PUPPETS»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Трухильо пришёл в группу через семнадцать лет после выхода этого альбома и играет его партии на каждом концерте.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191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87" y="1735485"/>
            <a:ext cx="6095827" cy="50309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60196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11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«Hardwired... to Self-Destruct»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098625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2016 · «HARDWIRED»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Первый альбом группы за восемь лет; вышел сразу на первое место в четырнадцати странах.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8404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250 000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57830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22" y="930920"/>
            <a:ext cx="6095955" cy="3695700"/>
          </a:xfrm>
          <a:prstGeom prst="rect">
            <a:avLst/>
          </a:prstGeom>
        </p:spPr>
      </p:pic>
      <p:pic>
        <p:nvPicPr>
          <p:cNvPr id="5" name="Picture 4" descr="m02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67" y="5772150"/>
            <a:ext cx="6095866" cy="4061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10476905"/>
            <a:ext cx="260196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11 ИЗ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50" y="10753130"/>
            <a:ext cx="6076950" cy="7625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3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«Hardwired... to Self-Destruct» с автографом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553825"/>
            <a:ext cx="5834807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Оригинальные кадры объявления: предмет с других сторон.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17" y="1725216"/>
            <a:ext cx="6095966" cy="50515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63068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12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фотография с автографом, 28×36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1737420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УЛЬРИХ · СЦЕНА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Кадр за установкой в момент удара: то, ради чего на Metallica и ходят.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5428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220 000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15" y="2066479"/>
            <a:ext cx="6095970" cy="4368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632174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13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обложка «Metallica»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574280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1991 · «ЧЁРНЫЙ АЛЬБОМ»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Альбом без названия, который все зовут «Чёрным»: обложка почти пустая, только тиснёный логотип и змея.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5428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220 000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34" y="946993"/>
            <a:ext cx="6095932" cy="66079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63634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14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фотография с автографом, 20×25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1980009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ТРУХИЛЬО · СЦЕНА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Узнаваемая низкая стойка с басом почти у колен — его манера, которую ни с кем не спутать.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2451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190 000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4634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048875"/>
            <a:ext cx="80010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9100" y="8846493"/>
            <a:ext cx="184040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DEPECHE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9141768"/>
            <a:ext cx="2695426" cy="790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43"/>
              </a:lnSpc>
            </a:pPr>
            <a:r>
              <a:rPr sz="46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Гаан и Гор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0" y="10458450"/>
            <a:ext cx="6000750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180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Голос группы и её автор. Десять предметов — от дебютного «Speak &amp; Spell» 1981 года до «Memento Mori», записанного уже вдвоём.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7" y="1176338"/>
            <a:ext cx="6095987" cy="614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84470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1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Мартин Гор — «Speak &amp; Spell»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653903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1981 · ДЕБЮТНЫЙ АЛЬБОМ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Единственная пластинка, записанная с Винсом Кларком: он ушёл сразу после выхода, и писать песни начал Гор.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808262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1203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15" y="948630"/>
            <a:ext cx="6095970" cy="63147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507313"/>
            <a:ext cx="287342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2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8793063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«Black Celebration»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2898279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1986 · «BLACK CELEBRATION»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Альбом, на котором группа окончательно ушла в тёмное звучание и нашла интонацию, за которую её любят до сих пор.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808262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4634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9556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15" y="1287066"/>
            <a:ext cx="6095971" cy="6021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890843"/>
            <a:ext cx="287491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3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9148018"/>
            <a:ext cx="5757714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«Violator»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192836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1990 · «VIOLATOR»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Самый продаваемый альбом группы. На автограф-сессию в лос-анджелесском магазине пришло около двадцати тысяч человек, и полиция закрыла квартал.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808262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0" y="323850"/>
            <a:ext cx="5890580" cy="785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879080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4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нотный лист «Enjoy the Silence»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848719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1990 · «ENJOY THE SILENCE»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Гор принёс её как медленную балладу; Алан Уайлдер добавил ритм, и вещь стала главным синглом группы.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808262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57830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866" y="323850"/>
            <a:ext cx="3682268" cy="4909691"/>
          </a:xfrm>
          <a:prstGeom prst="rect">
            <a:avLst/>
          </a:prstGeom>
        </p:spPr>
      </p:pic>
      <p:pic>
        <p:nvPicPr>
          <p:cNvPr id="5" name="Picture 4" descr="m03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866" y="5347990"/>
            <a:ext cx="3682268" cy="4909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10476905"/>
            <a:ext cx="2879080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4 ИЗ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50" y="10753130"/>
            <a:ext cx="6076950" cy="7625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3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нотный лист «Enjoy the Silence» с автографом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553825"/>
            <a:ext cx="5834807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Оригинальные кадры объявления: предмет с других сторон.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1203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29" y="323999"/>
            <a:ext cx="5379742" cy="75640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507313"/>
            <a:ext cx="2871490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5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8793063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Мартин Гор — лист с текстом «Personal Jesus» и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2598390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1989 · «PERSONAL JESUS»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Песня написана под впечатлением от книги Присциллы Пресли об Элвисе — о человеке, который становится для другого богом.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7277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380 000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479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41" y="1148655"/>
            <a:ext cx="6095917" cy="62044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87535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6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фотография с автографом, 28×36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1486644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ГААН · СЦЕНА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Стойка с микрофоном на вытянутой руке — жест, который на концертах группы повторяет весь зал.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77305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360 000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57830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492770"/>
            <a:ext cx="6096000" cy="4572000"/>
          </a:xfrm>
          <a:prstGeom prst="rect">
            <a:avLst/>
          </a:prstGeom>
        </p:spPr>
      </p:pic>
      <p:pic>
        <p:nvPicPr>
          <p:cNvPr id="5" name="Picture 4" descr="m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9381" y="5348139"/>
            <a:ext cx="3679088" cy="49095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10476905"/>
            <a:ext cx="287535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6 ИЗ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50" y="10753130"/>
            <a:ext cx="6076950" cy="7625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3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фотография с автографом, 28×36 см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553825"/>
            <a:ext cx="5834807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Оригинальные кадры объявления: предмет с других сторон.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65" y="1243608"/>
            <a:ext cx="6095869" cy="60145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86702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7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Мартин Гор — «Memento Mori»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2469059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2023 · «MEMENTO MORI»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Первый альбом после смерти Энди Флетчера; название придумали до того, как его не стало.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3791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350 000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1955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86" y="1844873"/>
            <a:ext cx="6095828" cy="4812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797230"/>
            <a:ext cx="287521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8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9082980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фотография с автографом, 20×25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973866"/>
            <a:ext cx="1486644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ГААН · СЦЕНА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102215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Кадр с фиолетовым сценическим светом — фирменная палитра туров группы двухтысячных.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50814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54634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9556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133" y="323850"/>
            <a:ext cx="5107734" cy="7947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890843"/>
            <a:ext cx="287535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9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9148018"/>
            <a:ext cx="6017568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Мартин Гор — «Violator»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1928366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1990 · «VIOLATOR»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Гор написал на этом альбоме «Personal Jesus» и «Enjoy the Silence» — две песни, которые группа с тех пор играет каждый концерт.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2217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12038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9" y="592485"/>
            <a:ext cx="6095982" cy="70270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8507313"/>
            <a:ext cx="2976860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10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8793063"/>
            <a:ext cx="6076950" cy="843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21"/>
              </a:lnSpc>
            </a:pPr>
            <a:r>
              <a:rPr sz="28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«Angels &amp; Ghosts» с The Soulsavers,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83948"/>
            <a:ext cx="2431405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sz="1050" b="0" i="0" spc="21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2015 · СОЛЬНАЯ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" y="9931598"/>
            <a:ext cx="6076950" cy="9459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Записан вне группы, с британским дуэтом Soulsavers: другой материал, другой голос — ближе к госпелу, чем к синти-попу.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10972800"/>
            <a:ext cx="1782217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33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11591925"/>
            <a:ext cx="980182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 spc="168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57830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45" y="2279005"/>
            <a:ext cx="6095910" cy="60235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1000" y="10476905"/>
            <a:ext cx="2976860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10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50" y="10753130"/>
            <a:ext cx="6076950" cy="7625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3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«Angels &amp; Ghosts» с The Soulsavers,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1553825"/>
            <a:ext cx="5834807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Оригинальные кадры объявления: предмет с других сторон.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10014"/>
            <a:ext cx="6858000" cy="9525"/>
          </a:xfrm>
          <a:prstGeom prst="rect">
            <a:avLst/>
          </a:prstGeom>
          <a:solidFill>
            <a:srgbClr val="E7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20027"/>
            <a:ext cx="6858000" cy="9525"/>
          </a:xfrm>
          <a:prstGeom prst="rect">
            <a:avLst/>
          </a:prstGeom>
          <a:solidFill>
            <a:srgbClr val="DCC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" y="0"/>
            <a:ext cx="6752964" cy="5110014"/>
          </a:xfrm>
          <a:prstGeom prst="rect">
            <a:avLst/>
          </a:prstGeom>
        </p:spPr>
      </p:pic>
      <p:pic>
        <p:nvPicPr>
          <p:cNvPr id="6" name="Picture 5" descr="m0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65" y="5119539"/>
            <a:ext cx="6594070" cy="51004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10477202"/>
            <a:ext cx="243289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УПАКОВКА STARGIFT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0724852"/>
            <a:ext cx="3495973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2"/>
              </a:lnSpc>
            </a:pPr>
            <a:r>
              <a:rPr sz="27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Как мы отдаём подарок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" y="11212116"/>
            <a:ext cx="6076950" cy="6560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4"/>
              </a:lnSpc>
            </a:pPr>
            <a:r>
              <a:rPr sz="158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Крафт-бумага с автографами великих, лента дома и плотный пакет. Оформленную работу привозим и вешаем сами.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9100" y="1937147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9100" y="2356247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2940844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9100" y="3359944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9100" y="3779044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9100" y="4198144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9100" y="4617244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000" y="419100"/>
            <a:ext cx="3199954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МЕТАЛЛИКА · ВЕСЬ СОСТАВ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647700"/>
            <a:ext cx="2449711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 предметов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50" y="1466850"/>
            <a:ext cx="5035897" cy="4417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Пластик барабана с концерта 20 ноября 1991 года с автографами всех участников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1197" y="1428750"/>
            <a:ext cx="109820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1 900 000 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051447"/>
            <a:ext cx="408860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«Kill 'Em All» — конверт с автографами всех участников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1197" y="2013347"/>
            <a:ext cx="109820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1 600 000 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50" y="2470547"/>
            <a:ext cx="5162699" cy="4417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Промо-фотография эпохи «Чёрного альбома» с автографами всех участников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7999" y="2432447"/>
            <a:ext cx="97140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950 000 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3055144"/>
            <a:ext cx="4441924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Накладка гитары Guitar Hero с автографами всех участников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44455" y="3017044"/>
            <a:ext cx="984945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900 000 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" y="3474244"/>
            <a:ext cx="405214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Фотография с автографами всех участников, 20×25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5291" y="3436144"/>
            <a:ext cx="964109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750 000 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" y="3893344"/>
            <a:ext cx="519410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Концертный билет 2009 года с автографами всех участников в капсуле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51599" y="3855244"/>
            <a:ext cx="97780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700 000 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" y="4312444"/>
            <a:ext cx="405318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Фотография с автографами всех участников, 28×36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74221" y="4274344"/>
            <a:ext cx="955179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9100" y="17716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9100" y="21907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26098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9100" y="30289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9100" y="34480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9100" y="38671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9100" y="42862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9100" y="47053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9100" y="51244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9100" y="55435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9100" y="59626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9100" y="63817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9100" y="68008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9100" y="72199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1000" y="419100"/>
            <a:ext cx="301674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МЕТАЛЛИКА · УЧАСТНИКИ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47700"/>
            <a:ext cx="2611189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14 предметов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1466850"/>
            <a:ext cx="525869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Джеймс Хэтфилд — «Messengers. The Guitars of Metallica» с автографом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72882" y="1428750"/>
            <a:ext cx="956518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350 000 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1885950"/>
            <a:ext cx="459878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Роберт Трухильо — накладка гитары Stratocaster с автографом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4221" y="1847850"/>
            <a:ext cx="955179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000" y="2305050"/>
            <a:ext cx="4384477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Джеймс Хэтфилд — автограф на логотипе группы в капсуле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9189" y="2266950"/>
            <a:ext cx="97021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" y="2724150"/>
            <a:ext cx="441409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Кирк Хэмметт — обложка «Master of Puppets» с автографом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9189" y="2686050"/>
            <a:ext cx="97021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000" y="3143250"/>
            <a:ext cx="399990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пластик барабана 30 см с автографом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59487" y="3105150"/>
            <a:ext cx="96991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290 000 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3562350"/>
            <a:ext cx="4711898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Джейсон Ньюстед — накладка гитары Stratocaster с автографом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4576" y="3524250"/>
            <a:ext cx="974824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280 000 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3981450"/>
            <a:ext cx="4435227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пластик барабана Evans 25 см с автографом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9487" y="3943350"/>
            <a:ext cx="96991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400550"/>
            <a:ext cx="441662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пластик барабана Remo 25 см с автографом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59487" y="4362450"/>
            <a:ext cx="96991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" y="4819650"/>
            <a:ext cx="368409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«Master of Puppets» с автографом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9487" y="4781550"/>
            <a:ext cx="96991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5238750"/>
            <a:ext cx="3979218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Роберт Трухильо — «Master of Puppets» с автографом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59487" y="5200650"/>
            <a:ext cx="96991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000" y="5657850"/>
            <a:ext cx="465519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Роберт Трухильо — «Hardwired... to Self-Destruct» с автографом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70649" y="561975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250 000 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1000" y="6076950"/>
            <a:ext cx="387593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фотография с автографом, 28×36 см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71989" y="6038850"/>
            <a:ext cx="95741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220 000 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6496050"/>
            <a:ext cx="3698528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обложка «Metallica» с автографом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71989" y="6457950"/>
            <a:ext cx="95741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220 000 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000" y="6915150"/>
            <a:ext cx="417001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Роберт Трухильо — фотография с автографом, 20×25 см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73477" y="6877050"/>
            <a:ext cx="95592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190 000 ₽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9100" y="17716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9100" y="21907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9100" y="26098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9100" y="30289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9100" y="34480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9100" y="38671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9100" y="42862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9100" y="47053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9100" y="51244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9100" y="5543550"/>
            <a:ext cx="60198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000" y="419100"/>
            <a:ext cx="184040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1120" b="0" i="0" spc="315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DEPECHE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647700"/>
            <a:ext cx="2623542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10 предметов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00" y="1466850"/>
            <a:ext cx="330309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Мартин Гор — «Speak &amp; Spell» с автографом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6837" y="1428750"/>
            <a:ext cx="98256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000" y="1885950"/>
            <a:ext cx="3462338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«Black Celebration» с автографом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46837" y="1847850"/>
            <a:ext cx="98256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2305050"/>
            <a:ext cx="280213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«Violator» с автографом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6837" y="2266950"/>
            <a:ext cx="98256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2724150"/>
            <a:ext cx="4327475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нотный лист «Enjoy the Silence» с автографом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6837" y="2686050"/>
            <a:ext cx="982563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000" y="3143250"/>
            <a:ext cx="4467969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Мартин Гор — лист с текстом «Personal Jesus» и автографом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56808" y="3105150"/>
            <a:ext cx="972592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380 000 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" y="3562350"/>
            <a:ext cx="3704927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фотография с автографом, 28×36 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1571" y="3524250"/>
            <a:ext cx="967829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360 000 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000" y="3981450"/>
            <a:ext cx="336158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Мартин Гор — «Memento Mori» с автографом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2882" y="3943350"/>
            <a:ext cx="956518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350 000 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4400550"/>
            <a:ext cx="370388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фотография с автографом, 20×25 см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4221" y="4362450"/>
            <a:ext cx="955179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4819650"/>
            <a:ext cx="289679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Мартин Гор — «Violator» с автографом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9189" y="4781550"/>
            <a:ext cx="97021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5238750"/>
            <a:ext cx="4613523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«Angels &amp; Ghosts» с The Soulsavers, с автографом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59189" y="5200650"/>
            <a:ext cx="97021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2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0"/>
            <a:ext cx="6858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4152923"/>
            <a:ext cx="1579662" cy="1200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50" y="5657850"/>
            <a:ext cx="6076950" cy="167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</a:pPr>
            <a:r>
              <a:rPr sz="37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Металлика и Depeche Mode. Два состава, тридцать один предмет.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11630025"/>
            <a:ext cx="153218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1120" b="0" i="0" spc="270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