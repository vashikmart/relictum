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299" y="0"/>
            <a:ext cx="6273701" cy="6858000"/>
          </a:xfrm>
          <a:prstGeom prst="rect">
            <a:avLst/>
          </a:prstGeom>
        </p:spPr>
      </p:pic>
      <p:pic>
        <p:nvPicPr>
          <p:cNvPr id="4" name="Picture 3" descr="m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571511"/>
            <a:ext cx="1880592" cy="1428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6250" y="2707035"/>
            <a:ext cx="2824758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ЧАСТНОЕ СОБРАНИЕ · ФУТБОЛ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3040410"/>
            <a:ext cx="4946749" cy="1475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508"/>
              </a:lnSpc>
            </a:pPr>
            <a:r>
              <a:rPr sz="54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</a:t>
            </a:r>
          </a:p>
          <a:p>
            <a:pPr algn="l">
              <a:lnSpc>
                <a:spcPts val="5508"/>
              </a:lnSpc>
            </a:pPr>
            <a:r>
              <a:rPr sz="54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Роналду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" y="4667994"/>
            <a:ext cx="3822502" cy="8258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68"/>
              </a:lnSpc>
            </a:pPr>
            <a:r>
              <a:rPr sz="1200" b="0" i="0">
                <a:solidFill>
                  <a:srgbClr val="B8B2A6"/>
                </a:solidFill>
                <a:latin typeface="Inter"/>
                <a:latin typeface="Inter"/>
                <a:ea typeface="Inter"/>
                <a:cs typeface="Inter"/>
              </a:rPr>
              <a:t>Четыре бутсы Nike Mercurial с автографом — силуэт, в котором сыграна вся его карьера. Разные эпохи, разные расцветки, один росчерк.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" y="6143476"/>
            <a:ext cx="2178695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198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4 ПРЕДМЕТА · ИЮЛЬ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0488" y="6619429"/>
            <a:ext cx="284961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Ludovic Péron · Wikimedia Commons ·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45" y="1479649"/>
            <a:ext cx="2911732" cy="3898553"/>
          </a:xfrm>
          <a:prstGeom prst="rect">
            <a:avLst/>
          </a:prstGeom>
        </p:spPr>
      </p:pic>
      <p:pic>
        <p:nvPicPr>
          <p:cNvPr id="4" name="Picture 3" descr="m0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581" y="1479500"/>
            <a:ext cx="2911954" cy="3898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71543" y="1770757"/>
            <a:ext cx="1530697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1 ИЗ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593" y="2027932"/>
            <a:ext cx="4806107" cy="10205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CR7 с автографом, подпись при представителе Beckett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0593" y="3105596"/>
            <a:ext cx="4806107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Красная бутса Nike Mercurial линейки CR7 — с автографом, поставленным в присутствии представителя Beckett. Witnessed — высший уровень экспертизы: свидетель фиксирует сам момент подписи. Контрастный чёрный росчерк на алом верхе читается через всю бутсу.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543" y="4487019"/>
            <a:ext cx="1289596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590 000 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1543" y="4925169"/>
            <a:ext cx="1603177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 WITNESSED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45" y="1479649"/>
            <a:ext cx="2911732" cy="3898553"/>
          </a:xfrm>
          <a:prstGeom prst="rect">
            <a:avLst/>
          </a:prstGeom>
        </p:spPr>
      </p:pic>
      <p:pic>
        <p:nvPicPr>
          <p:cNvPr id="4" name="Picture 3" descr="m0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581" y="1479500"/>
            <a:ext cx="2911954" cy="3898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71543" y="1928217"/>
            <a:ext cx="1551831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2 ИЗ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593" y="2185392"/>
            <a:ext cx="4806107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Dream Speed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0593" y="2948285"/>
            <a:ext cx="4806107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Бутса Nike Mercurial серии Dream Speed — личной линейки Роналду внутри Nike — с автографом синим маркером. Бело-голубая расцветка с фирменной стелькой CR7. Mercurial — силуэт, в котором Роналду провёл всю карьеру: от «Манчестер Юнайтед» до сборной Португалии.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543" y="4329708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1543" y="4767858"/>
            <a:ext cx="80873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45" y="1479649"/>
            <a:ext cx="2911732" cy="3898553"/>
          </a:xfrm>
          <a:prstGeom prst="rect">
            <a:avLst/>
          </a:prstGeom>
        </p:spPr>
      </p:pic>
      <p:pic>
        <p:nvPicPr>
          <p:cNvPr id="4" name="Picture 3" descr="m0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581" y="1479500"/>
            <a:ext cx="2911954" cy="3898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71543" y="1928217"/>
            <a:ext cx="1553021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3 ИЗ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593" y="2185392"/>
            <a:ext cx="4806107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с автографом (Лиссабон, 2018)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0593" y="2948285"/>
            <a:ext cx="4806107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Белая бутса Nike Mercurial с гранёным паттерном серии CR7 — с автографом, поставленным 6 мая 2018 года в Лиссабоне при представителе Beckett. Экземпляр новый, с пломбой; номер сертификата проверяется онлайн за минуту. Весна 2018-го — последние месяцы Роналду в «Реал Мадриде».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543" y="4329708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1543" y="4767858"/>
            <a:ext cx="1603177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"/>
              </a:lnSpc>
            </a:pPr>
            <a:r>
              <a:rPr sz="750" b="0" i="0" spc="165">
                <a:solidFill>
                  <a:srgbClr val="9A958C"/>
                </a:solidFill>
                <a:latin typeface="Inter"/>
                <a:latin typeface="Inter"/>
                <a:ea typeface="Inter"/>
                <a:cs typeface="Inter"/>
              </a:rPr>
              <a:t>BECKETT WITNESSED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45" y="1479649"/>
            <a:ext cx="2911732" cy="3898553"/>
          </a:xfrm>
          <a:prstGeom prst="rect">
            <a:avLst/>
          </a:prstGeom>
        </p:spPr>
      </p:pic>
      <p:pic>
        <p:nvPicPr>
          <p:cNvPr id="4" name="Picture 3" descr="m0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581" y="1479500"/>
            <a:ext cx="2911954" cy="3898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71543" y="2023467"/>
            <a:ext cx="1555998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БУТСЫ · 4 ИЗ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593" y="2280642"/>
            <a:ext cx="4806107" cy="7057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0"/>
              </a:lnSpc>
            </a:pPr>
            <a:r>
              <a:rPr sz="218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 — бутса Nike Mercurial Victory CR7 с автографом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0593" y="3043535"/>
            <a:ext cx="4806107" cy="12861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7"/>
              </a:lnSpc>
            </a:pPr>
            <a:r>
              <a:rPr sz="116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Белая бутса Nike Mercurial Victory линейки CR7 — с автографом. Рядом — кадр из сессии подписания: Роналду с этой моделью в руках. Фотография с предметом в руках героя — редкое дополнение, которое сразу отвечает на главный вопрос любого гостя вашего дома.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543" y="4424958"/>
            <a:ext cx="1271588" cy="428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</a:pPr>
            <a:r>
              <a:rPr sz="2250" b="0" i="0">
                <a:solidFill>
                  <a:srgbClr val="A98545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53750" y="3616077"/>
            <a:ext cx="666750" cy="9525"/>
          </a:xfrm>
          <a:prstGeom prst="rect">
            <a:avLst/>
          </a:prstGeom>
          <a:solidFill>
            <a:srgbClr val="624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63980" y="1434852"/>
            <a:ext cx="221367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825"/>
              </a:lnSpc>
            </a:pPr>
            <a:r>
              <a:rPr sz="819" b="0" i="0" spc="24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МАДРИД · ЭЛЬ КЛАСИКО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75959" y="1787277"/>
            <a:ext cx="3982641" cy="1619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4050"/>
              </a:lnSpc>
            </a:pPr>
            <a:r>
              <a:rPr sz="40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Самый результативный в истории игры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53746" y="3873252"/>
            <a:ext cx="4304854" cy="15689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351"/>
              </a:lnSpc>
            </a:pPr>
            <a:r>
              <a:rPr sz="1420" b="0" i="0">
                <a:solidFill>
                  <a:srgbClr val="C9C3B7"/>
                </a:solidFill>
                <a:latin typeface="Inter"/>
                <a:latin typeface="Inter"/>
                <a:ea typeface="Inter"/>
                <a:cs typeface="Inter"/>
              </a:rPr>
              <a:t>Пять «Золотых мячей», четыре «Золотые бутсы», более девятисот голов за карьеру — и все они забиты в Mercurial. Бутса с его подписью — самый прямой предмет из возможных.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7777" y="6619429"/>
            <a:ext cx="2632323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8"/>
              </a:lnSpc>
            </a:pPr>
            <a:r>
              <a:rPr sz="640" b="0" i="0" spc="51">
                <a:solidFill>
                  <a:srgbClr val="F5F1E8"/>
                </a:solidFill>
                <a:latin typeface="Inter"/>
                <a:latin typeface="Inter"/>
                <a:ea typeface="Inter"/>
                <a:cs typeface="Inter"/>
              </a:rPr>
              <a:t>Фото: Jan S0L0 · Wikimedia Commons · CC BY-SA 2.0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706" y="1181100"/>
            <a:ext cx="5538276" cy="4190851"/>
          </a:xfrm>
          <a:prstGeom prst="rect">
            <a:avLst/>
          </a:prstGeom>
        </p:spPr>
      </p:pic>
      <p:pic>
        <p:nvPicPr>
          <p:cNvPr id="4" name="Picture 3" descr="m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245" y="1469678"/>
            <a:ext cx="4671898" cy="36136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7700" y="266700"/>
            <a:ext cx="276984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100" b="0" i="0">
                <a:solidFill>
                  <a:srgbClr val="1A1A1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Как мы отдаём подарок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94106" y="409575"/>
            <a:ext cx="1702594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165">
                <a:solidFill>
                  <a:srgbClr val="A98545"/>
                </a:solidFill>
                <a:latin typeface="Inter"/>
                <a:latin typeface="Inter"/>
                <a:ea typeface="Inter"/>
                <a:cs typeface="Inter"/>
              </a:rPr>
              <a:t>УПАКОВКА STARGIFT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9050" y="6057900"/>
            <a:ext cx="8882062" cy="857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120" b="0" i="0">
                <a:solidFill>
                  <a:srgbClr val="4A4A4A"/>
                </a:solidFill>
                <a:latin typeface="Inter"/>
                <a:latin typeface="Inter"/>
                <a:ea typeface="Inter"/>
                <a:cs typeface="Inter"/>
              </a:rPr>
              <a:t>Каждый предмет уходит в фирменной упаковке дома: крафт-бумага с автографами великих, лента Stargift и плотный подарочный пакет. Подарок можно вручать сразу — прямо из рук в руки.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8650" y="169545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8650" y="328612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650" y="4876800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8650" y="6467475"/>
            <a:ext cx="10934700" cy="9525"/>
          </a:xfrm>
          <a:prstGeom prst="rect">
            <a:avLst/>
          </a:prstGeom>
          <a:solidFill>
            <a:srgbClr val="2B2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0550" y="381000"/>
            <a:ext cx="2009775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25"/>
              </a:lnSpc>
            </a:pPr>
            <a:r>
              <a:rPr sz="819" b="0" i="0" spc="297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ПОДБОРКА ЦЕЛИКОМ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550" y="571500"/>
            <a:ext cx="2067669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0"/>
              </a:lnSpc>
            </a:pPr>
            <a:r>
              <a:rPr sz="330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4 предмета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550" y="1381125"/>
            <a:ext cx="707752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CR7 с автографом, подпись при представителе Beckett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2449" y="1343025"/>
            <a:ext cx="97140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590 000 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550" y="2971800"/>
            <a:ext cx="5152281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Dream Speed с автографом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5099" y="2933700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4562475"/>
            <a:ext cx="5427762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с автографом (Лиссабон, 2018)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99" y="4524375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" y="6153150"/>
            <a:ext cx="5028456" cy="257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9"/>
              </a:lnSpc>
            </a:pPr>
            <a:r>
              <a:rPr sz="1120" b="0" i="0">
                <a:solidFill>
                  <a:srgbClr val="D5CFC3"/>
                </a:solidFill>
                <a:latin typeface="Inter"/>
                <a:latin typeface="Inter"/>
                <a:ea typeface="Inter"/>
                <a:cs typeface="Inter"/>
              </a:rPr>
              <a:t>Криштиану Роналду — бутса Nike Mercurial Victory CR7 с автографом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5099" y="6115050"/>
            <a:ext cx="958751" cy="3143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89"/>
              </a:lnSpc>
            </a:pPr>
            <a:r>
              <a:rPr sz="1580" b="0" i="0">
                <a:solidFill>
                  <a:srgbClr val="C9A96A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520 000 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115050"/>
            <a:ext cx="12192000" cy="9525"/>
          </a:xfrm>
          <a:prstGeom prst="rect">
            <a:avLst/>
          </a:prstGeom>
          <a:solidFill>
            <a:srgbClr val="3A30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43721"/>
            <a:ext cx="1830437" cy="139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6750" y="3777258"/>
            <a:ext cx="6326981" cy="107513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33"/>
              </a:lnSpc>
            </a:pPr>
            <a:r>
              <a:rPr sz="3450" b="0" i="0">
                <a:solidFill>
                  <a:srgbClr val="F5F1E8"/>
                </a:solidFill>
                <a:latin typeface="Cormorant Garamond"/>
                <a:latin typeface="Cormorant Garamond"/>
                <a:ea typeface="Cormorant Garamond"/>
                <a:cs typeface="Cormorant Garamond"/>
              </a:rPr>
              <a:t>Криштиану Роналду. Четыре бутсы — одна карьера.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7700" y="6334125"/>
            <a:ext cx="1184672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0"/>
              </a:lnSpc>
            </a:pPr>
            <a:r>
              <a:rPr sz="819" b="0" i="0" spc="198">
                <a:solidFill>
                  <a:srgbClr val="C9A96A"/>
                </a:solidFill>
                <a:latin typeface="Inter"/>
                <a:latin typeface="Inter"/>
                <a:ea typeface="Inter"/>
                <a:cs typeface="Inter"/>
              </a:rPr>
              <a:t>STARGIFT.RU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