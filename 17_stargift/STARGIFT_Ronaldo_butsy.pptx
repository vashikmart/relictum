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299" y="0"/>
            <a:ext cx="6273701" cy="6858000"/>
          </a:xfrm>
          <a:prstGeom prst="rect">
            <a:avLst/>
          </a:prstGeom>
        </p:spPr>
      </p:pic>
      <p:pic>
        <p:nvPicPr>
          <p:cNvPr id="4" name="Picture 3" descr="m0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" y="571511"/>
            <a:ext cx="1880592" cy="14287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76250" y="2707035"/>
            <a:ext cx="2824758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97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ЧАСТНОЕ СОБРАНИЕ · ФУТБОЛ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3040410"/>
            <a:ext cx="4946749" cy="1475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508"/>
              </a:lnSpc>
            </a:pPr>
            <a:r>
              <a:rPr sz="540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Криштиану</a:t>
            </a:r>
          </a:p>
          <a:p>
            <a:pPr algn="l">
              <a:lnSpc>
                <a:spcPts val="5508"/>
              </a:lnSpc>
            </a:pPr>
            <a:r>
              <a:rPr sz="540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Роналду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300" y="4667994"/>
            <a:ext cx="3822502" cy="8258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68"/>
              </a:lnSpc>
            </a:pPr>
            <a:r>
              <a:rPr sz="1200" b="0" i="0">
                <a:solidFill>
                  <a:srgbClr val="B8B2A6"/>
                </a:solidFill>
                <a:latin typeface="Inter"/>
                <a:latin typeface="Inter"/>
                <a:ea typeface="Inter"/>
                <a:cs typeface="Inter"/>
              </a:rPr>
              <a:t>Четыре бутсы Nike Mercurial с автографом — силуэт, в котором сыграна вся его карьера. Разные эпохи, разные расцветки, один росчерк.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6250" y="6143476"/>
            <a:ext cx="2178695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4 ПРЕДМЕТА · ИЮЛЬ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80488" y="6619429"/>
            <a:ext cx="284961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8"/>
              </a:lnSpc>
            </a:pPr>
            <a:r>
              <a:rPr sz="640" b="0" i="0" spc="51">
                <a:solidFill>
                  <a:srgbClr val="F5F1E8"/>
                </a:solidFill>
                <a:latin typeface="Inter"/>
                <a:latin typeface="Inter"/>
                <a:ea typeface="Inter"/>
                <a:cs typeface="Inter"/>
              </a:rPr>
              <a:t>Фото: Ludovic Péron · Wikimedia Commons · CC BY-SA 3.0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03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67450" y="1770757"/>
            <a:ext cx="1530697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97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БУТСЫ · 1 ИЗ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0" y="2027932"/>
            <a:ext cx="5410200" cy="10205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80"/>
              </a:lnSpc>
            </a:pPr>
            <a:r>
              <a:rPr sz="218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Криштиану Роналду — бутса Nike Mercurial CR7 с автографом, подпись при представителе Beckett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0" y="3105596"/>
            <a:ext cx="5410200" cy="128617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7"/>
              </a:lnSpc>
            </a:pPr>
            <a:r>
              <a:rPr sz="116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Красная бутса Nike Mercurial линейки CR7 — с автографом, поставленным в присутствии представителя Beckett. Witnessed — высший уровень экспертизы: свидетель фиксирует сам момент подписи. Контрастный чёрный росчерк на алом верхе читается через всю бутсу. Оформлена в акриловый бокс на основании из чёрного мрамора.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7450" y="4487019"/>
            <a:ext cx="1289596" cy="4286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2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590 000 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7450" y="4925169"/>
            <a:ext cx="1603177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sz="750" b="0" i="0" spc="165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 WITNESSED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04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67450" y="1807220"/>
            <a:ext cx="1551831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97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БУТСЫ · 2 ИЗ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0" y="2064395"/>
            <a:ext cx="5410200" cy="705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80"/>
              </a:lnSpc>
            </a:pPr>
            <a:r>
              <a:rPr sz="218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Криштиану Роналду — бутса Nike Mercurial Dream Speed с автографом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0" y="2827288"/>
            <a:ext cx="5410200" cy="15281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7"/>
              </a:lnSpc>
            </a:pPr>
            <a:r>
              <a:rPr sz="116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Бутса Nike Mercurial серии Dream Speed — личной линейки Роналду внутри Nike — с автографом синим маркером. Бело-голубая расцветка с фирменной стелькой CR7. Mercurial — силуэт, в котором Роналду провёл всю карьеру: от «Манчестер Юнайтед» до сборной Португалии. Оформлена в акриловый бокс на основании из белого каррарского мрамора.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7450" y="4450705"/>
            <a:ext cx="1271588" cy="4286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2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520 000 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7450" y="4888855"/>
            <a:ext cx="80873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sz="750" b="0" i="0" spc="165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05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67450" y="1807220"/>
            <a:ext cx="1553021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97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БУТСЫ · 3 ИЗ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0" y="2064395"/>
            <a:ext cx="5410200" cy="705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80"/>
              </a:lnSpc>
            </a:pPr>
            <a:r>
              <a:rPr sz="218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Криштиану Роналду — бутса Nike Mercurial с автографом (Лиссабон, 2018)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0" y="2827288"/>
            <a:ext cx="5410200" cy="15281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7"/>
              </a:lnSpc>
            </a:pPr>
            <a:r>
              <a:rPr sz="116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Белая бутса Nike Mercurial с гранёным паттерном серии CR7 — с автографом, поставленным 6 мая 2018 года в Лиссабоне при представителе Beckett. Экземпляр новый, с пломбой; номер сертификата проверяется онлайн за минуту. Весна 2018-го — последние месяцы Роналду в «Реал Мадриде». Оформлена в акриловый бокс на основании из красного дерева.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7450" y="4450705"/>
            <a:ext cx="1271588" cy="4286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2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520 000 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7450" y="4888855"/>
            <a:ext cx="1603177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sz="750" b="0" i="0" spc="165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 WITNESSED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06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67450" y="2023467"/>
            <a:ext cx="1555998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97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БУТСЫ · 4 ИЗ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0" y="2280642"/>
            <a:ext cx="5410200" cy="705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80"/>
              </a:lnSpc>
            </a:pPr>
            <a:r>
              <a:rPr sz="218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Криштиану Роналду — бутса Nike Mercurial Victory CR7 с автографом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0" y="3043535"/>
            <a:ext cx="5410200" cy="128617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7"/>
              </a:lnSpc>
            </a:pPr>
            <a:r>
              <a:rPr sz="116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Белая бутса Nike Mercurial Victory линейки CR7 — с автографом. Единственный лот подборки, у которого сохранился кадр самой сессии подписания: Роналду держит в руках именно эту бутсу — следующий разворот. Оформлена в акриловый бокс на основании из зелёного мрамора.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7450" y="4424958"/>
            <a:ext cx="1271588" cy="4286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2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520 000 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34150" y="3055144"/>
            <a:ext cx="666750" cy="9525"/>
          </a:xfrm>
          <a:prstGeom prst="rect">
            <a:avLst/>
          </a:prstGeom>
          <a:solidFill>
            <a:srgbClr val="624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07.jpg"/>
          <p:cNvPicPr>
            <a:picLocks noChangeAspect="1"/>
          </p:cNvPicPr>
          <p:nvPr/>
        </p:nvPicPr>
        <p:blipFill>
          <a:blip r:embed="rId2"/>
          <a:srcRect t="4473" b="11503"/>
          <a:stretch>
            <a:fillRect/>
          </a:stretch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6050" y="1575197"/>
            <a:ext cx="28258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97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ЛОТ 4 · СЕССИЯ ПОДПИСАНИЯ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15100" y="1908572"/>
            <a:ext cx="3491954" cy="9560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1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Та самая бутса — в его руках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5100" y="3293269"/>
            <a:ext cx="3551783" cy="137249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</a:pPr>
            <a:r>
              <a:rPr sz="1240" b="0" i="0">
                <a:solidFill>
                  <a:srgbClr val="C9C3B7"/>
                </a:solidFill>
                <a:latin typeface="Inter"/>
                <a:latin typeface="Inter"/>
                <a:ea typeface="Inter"/>
                <a:cs typeface="Inter"/>
              </a:rPr>
              <a:t>Кадр сделан в момент подписания: Роналду держит Mercurial Victory, которая затем уехала к владельцу. Совпадают росчерк, расположение логотипа Mercurial и рисунок верха — это один и тот же предмет.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5100" y="4799112"/>
            <a:ext cx="3022253" cy="5027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0"/>
              </a:lnSpc>
            </a:pPr>
            <a:r>
              <a:rPr sz="1050" b="0" i="0">
                <a:solidFill>
                  <a:srgbClr val="8E887C"/>
                </a:solidFill>
                <a:latin typeface="Inter"/>
                <a:latin typeface="Inter"/>
                <a:ea typeface="Inter"/>
                <a:cs typeface="Inter"/>
              </a:rPr>
              <a:t>Кадр передаётся вместе с лотом — в печати и в файле.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53750" y="3616077"/>
            <a:ext cx="666750" cy="9525"/>
          </a:xfrm>
          <a:prstGeom prst="rect">
            <a:avLst/>
          </a:prstGeom>
          <a:solidFill>
            <a:srgbClr val="624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463980" y="1434852"/>
            <a:ext cx="221367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825"/>
              </a:lnSpc>
            </a:pPr>
            <a:r>
              <a:rPr sz="819" b="0" i="0" spc="247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МАДРИД · ЭЛЬ КЛАСИКО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75959" y="1787277"/>
            <a:ext cx="3982641" cy="1619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4050"/>
              </a:lnSpc>
            </a:pPr>
            <a:r>
              <a:rPr sz="40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Самый результативный в истории игры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53746" y="3873252"/>
            <a:ext cx="4304854" cy="156894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351"/>
              </a:lnSpc>
            </a:pPr>
            <a:r>
              <a:rPr sz="1420" b="0" i="0">
                <a:solidFill>
                  <a:srgbClr val="C9C3B7"/>
                </a:solidFill>
                <a:latin typeface="Inter"/>
                <a:latin typeface="Inter"/>
                <a:ea typeface="Inter"/>
                <a:cs typeface="Inter"/>
              </a:rPr>
              <a:t>Пять «Золотых мячей», четыре «Золотые бутсы», более девятисот голов за карьеру — и все они забиты в Mercurial. Бутса с его подписью — самый прямой предмет из возможных.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97777" y="6619429"/>
            <a:ext cx="2632323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8"/>
              </a:lnSpc>
            </a:pPr>
            <a:r>
              <a:rPr sz="640" b="0" i="0" spc="51">
                <a:solidFill>
                  <a:srgbClr val="F5F1E8"/>
                </a:solidFill>
                <a:latin typeface="Inter"/>
                <a:latin typeface="Inter"/>
                <a:ea typeface="Inter"/>
                <a:cs typeface="Inter"/>
              </a:rPr>
              <a:t>Фото: Jan S0L0 · Wikimedia Commons · CC BY-SA 2.0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706" y="1181100"/>
            <a:ext cx="5538276" cy="4190851"/>
          </a:xfrm>
          <a:prstGeom prst="rect">
            <a:avLst/>
          </a:prstGeom>
        </p:spPr>
      </p:pic>
      <p:pic>
        <p:nvPicPr>
          <p:cNvPr id="4" name="Picture 3" descr="m0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245" y="1469678"/>
            <a:ext cx="4671898" cy="36136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7700" y="266700"/>
            <a:ext cx="276984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0"/>
              </a:lnSpc>
            </a:pPr>
            <a:r>
              <a:rPr sz="210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Как мы отдаём подарок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94106" y="409575"/>
            <a:ext cx="1702594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16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УПАКОВКА STARGIFT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19050" y="6057900"/>
            <a:ext cx="8882062" cy="857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12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Каждый предмет уходит в фирменной упаковке дома: крафт-бумага с автографами великих, лента Stargift и плотный подарочный пакет. Подарок можно вручать сразу — прямо из рук в руки.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28650" y="1695450"/>
            <a:ext cx="109347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8650" y="3286125"/>
            <a:ext cx="109347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8650" y="4876800"/>
            <a:ext cx="109347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8650" y="6467475"/>
            <a:ext cx="109347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0550" y="381000"/>
            <a:ext cx="2009775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97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ПОДБОРКА ЦЕЛИКОМ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0550" y="571500"/>
            <a:ext cx="2067669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</a:pPr>
            <a:r>
              <a:rPr sz="330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4 предмета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0550" y="1381125"/>
            <a:ext cx="7077521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9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Криштиану Роналду — бутса Nike Mercurial CR7 с автографом, подпись при представителе Beckett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2449" y="1343025"/>
            <a:ext cx="971401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590 000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0550" y="2971800"/>
            <a:ext cx="5152281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9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Криштиану Роналду — бутса Nike Mercurial Dream Speed с автографом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5099" y="2933700"/>
            <a:ext cx="958751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520 000 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0550" y="4562475"/>
            <a:ext cx="5427762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9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Криштиану Роналду — бутса Nike Mercurial с автографом (Лиссабон, 2018)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95099" y="4524375"/>
            <a:ext cx="958751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520 000 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550" y="6153150"/>
            <a:ext cx="5028456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9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Криштиану Роналду — бутса Nike Mercurial Victory CR7 с автографом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95099" y="6115050"/>
            <a:ext cx="958751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520 000 ₽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15050"/>
            <a:ext cx="12192000" cy="9525"/>
          </a:xfrm>
          <a:prstGeom prst="rect">
            <a:avLst/>
          </a:prstGeom>
          <a:solidFill>
            <a:srgbClr val="3A3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43721"/>
            <a:ext cx="1830437" cy="139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6750" y="3777258"/>
            <a:ext cx="6326981" cy="10751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33"/>
              </a:lnSpc>
            </a:pPr>
            <a:r>
              <a:rPr sz="34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Криштиану Роналду. Четыре бутсы — одна карьера.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7700" y="6334125"/>
            <a:ext cx="1184672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819" b="0" i="0" spc="198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STARGIFT.RU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