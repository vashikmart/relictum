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533417"/>
            <a:ext cx="1730127" cy="1314416"/>
          </a:xfrm>
          <a:prstGeom prst="rect">
            <a:avLst/>
          </a:prstGeom>
        </p:spPr>
      </p:pic>
      <p:pic>
        <p:nvPicPr>
          <p:cNvPr id="4" name="Picture 3" descr="m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33" y="1435596"/>
            <a:ext cx="5339275" cy="39866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561630"/>
            <a:ext cx="316989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МУЗЫКА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904530"/>
            <a:ext cx="5042892" cy="1304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36"/>
              </a:lnSpc>
            </a:pPr>
            <a:r>
              <a:rPr sz="46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«Славные парни»</a:t>
            </a:r>
          </a:p>
          <a:p>
            <a:pPr algn="l">
              <a:lnSpc>
                <a:spcPts val="4836"/>
              </a:lnSpc>
            </a:pPr>
            <a:r>
              <a:rPr sz="46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 круг Скорсезе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4342209"/>
            <a:ext cx="3657600" cy="11733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35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Четырнадцать предметов: фотографии, постер «Таксиста» и полный сценарий «Бешеных псов». Актёры, режиссёры и второй план — один круг американского кино.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277757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234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14 ПРЕДМЕТОВ · АВГУСТ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765798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54505" y="1465808"/>
            <a:ext cx="180409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ПЕШИ И ЛИОТТА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9025" y="1808708"/>
            <a:ext cx="4200525" cy="1766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Два лица</a:t>
            </a:r>
          </a:p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«Славных парней»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1400" y="4003923"/>
            <a:ext cx="4248150" cy="1416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Томми Девито и Генри Хилл. Автограф Пеши — самый труднодоступный в этом круге: он почти не подписывает и почти не даёт интервью.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751534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0" y="1193899"/>
            <a:ext cx="5986877" cy="4470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349276"/>
            <a:ext cx="262324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ПЕШИ И ЛИОТТА · 1 ИЗ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482626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Джо Пеши — фотография эпохи «Славных парней»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722959"/>
            <a:ext cx="220399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 · «СЛАВНЫЕ ПАРНИ»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922984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Роль Томми Девито принесла Пеши «Оскар». Он вышел на сцену, сказал «это большая честь» и ушёл — самая короткая благодарственная речь в истории премии.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803898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Портрет в капсуле, росчерк по светлому полю. Пеши подписывает крайне редко: из круга «Славных парней» его автограф достать труднее всех.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787205"/>
            <a:ext cx="1725811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165 000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301555"/>
            <a:ext cx="9144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751534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79" y="984349"/>
            <a:ext cx="5986900" cy="48893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349276"/>
            <a:ext cx="262324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ПЕШИ И ЛИОТТА · 2 ИЗ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482626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Рэй Лиотта — фотография «Поле его мечты» с автографом,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722959"/>
            <a:ext cx="2239863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1989 · «ПОЛЕ ЕГО МЕЧТЫ»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922984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За год до «Славных парней» Лиотта сыграл призрак Шузлесса Джо Джексона — роль, которая сделала его узнаваемым в Америке.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803898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Крупный формат, кадр в бейсбольной форме. Пара к фотографии Пеши: два лица одного фильма, снятые в разные годы.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787205"/>
            <a:ext cx="1725811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160 000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301555"/>
            <a:ext cx="9144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765798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9509" y="1465808"/>
            <a:ext cx="177909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ХАРВИ КЕЙТЕЛЬ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9025" y="1808708"/>
            <a:ext cx="4200525" cy="1766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От «Таксиста»</a:t>
            </a:r>
          </a:p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до «Бешеных псов»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1400" y="4003923"/>
            <a:ext cx="4248150" cy="1416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Четыре предмета одного актёра: постер, полный сценарий и две фотографии. Восемнадцать лет между самой ранней и самой поздней вещью.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751534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0" y="1193899"/>
            <a:ext cx="5986877" cy="4470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349276"/>
            <a:ext cx="189502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КЕЙТЕЛЬ · 1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482626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Харви Кейтель — полный сценарий «Бешеных псов» на 103 страницы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722959"/>
            <a:ext cx="202942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1992 · «БЕШЕНЫЕ ПСЫ»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922984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Кейтель не только сыграл мистера Уайта — он оплатил часть съёмок и привёл Тарантино к продюсерам. Без него дебюта могло не быть.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803898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Полный экземпляр сценария, не титульный лист. Самый весомый предмет подборки: сто три страницы текста, с которого начался Тарантино.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787205"/>
            <a:ext cx="1725811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301555"/>
            <a:ext cx="9144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702272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89" y="419249"/>
            <a:ext cx="4523531" cy="60195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65833"/>
            <a:ext cx="189502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КЕЙТЕЛЬ · 2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99183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Харви Кейтель — постер «Таксиста»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673697"/>
            <a:ext cx="1591121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1976 · «ТАКСИСТ»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873722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Кейтелю было тридцать шесть, когда он сыграл сутенёра Спорта. Фильм взял «Золотую пальмовую ветвь» и стал точкой отсчёта для всего американского кино семидесятых.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754636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Настоящий постер фильма с росчерком по нижней части. Крупный формат — вещь для стены, а не для полки.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470499"/>
            <a:ext cx="1725811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170 000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984849"/>
            <a:ext cx="88820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3008263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0" y="1193899"/>
            <a:ext cx="5986877" cy="4470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06004"/>
            <a:ext cx="189502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КЕЙТЕЛЬ · 3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39354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Харви Кейтель — фотография «Криминального чтива»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979688"/>
            <a:ext cx="270941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1994 · «КРИМИНАЛЬНОЕ ЧТИВО»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3179713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Мистер Вульф решает проблемы. Восемь минут экранного времени — и одна из самых цитируемых ролей девяностых.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814614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Чёрно-белый кадр в костюме, росчерк с посвящением. Формат, который вешают в кабинет рядом с постером.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30477"/>
            <a:ext cx="1725811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160 000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044827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751534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0" y="1193899"/>
            <a:ext cx="5986877" cy="4470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349276"/>
            <a:ext cx="189502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КЕЙТЕЛЬ · 4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482626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Харви Кейтель — промо-фотография «Бешеных псов»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722959"/>
            <a:ext cx="202942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1992 · «БЕШЕНЫЕ ПСЫ»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922984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Промо-кадр рассылался по редакциям к прокату фильма, который сняли за миллион двести тысяч долларов и который окупился вдесятеро.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803898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Кадр с пистолетом у машины — сцена, которую помнят все. Промо-тираж печатался малым числом и в продажу не поступал.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787205"/>
            <a:ext cx="1725811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160 000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301555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25353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78" y="419249"/>
            <a:ext cx="4838754" cy="60195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788914"/>
            <a:ext cx="189502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КЕЙТЕЛЬ · 5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922264"/>
            <a:ext cx="4699992" cy="807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Харви Кейтель — студийный портрет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796778"/>
            <a:ext cx="1764357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КЕЙТЕЛЬ · ПОРТРЕТ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996803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Актёр, прошедший путь от морской пехоты до Скорсезе: они начали вместе в 1967-м и сняли шесть фильмов.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631704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Классический студийный портрет с напечатанным именем внизу. Самый доступный лот подборки.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347567"/>
            <a:ext cx="1725811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4861917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484066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8488" y="1747540"/>
            <a:ext cx="137011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РЕЖИССЁРЫ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4023" y="2090440"/>
            <a:ext cx="3025527" cy="12031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Коппола</a:t>
            </a:r>
          </a:p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 Де Пальма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1400" y="3722191"/>
            <a:ext cx="4248150" cy="1416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Два имени из поколения, которое переписало американское кино в семидесятые. Автографы режиссёров встречаются реже актёрских: они меньше на виду.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85182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0" y="1193899"/>
            <a:ext cx="5986877" cy="4470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482923"/>
            <a:ext cx="218941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РЕЖИССЁРЫ · 1 ИЗ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16273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Фрэнсис Форд Коппола — фотография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856607"/>
            <a:ext cx="193863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КОППОЛА · РЕЖИССЁР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3056632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Пять «Оскаров», две «Золотые пальмовые ветви». «Крёстный отец» и «Апокалипсис сегодня» сняты одним человеком за семь лет.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937546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Кадр в наушниках на съёмочной площадке — Коппола за работой, а не на публике. Росчерк синим по светлому полю.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653409"/>
            <a:ext cx="1725811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175 000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67759"/>
            <a:ext cx="9144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85182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28" y="419100"/>
            <a:ext cx="4350201" cy="6019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482923"/>
            <a:ext cx="218941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РЕЖИССЁРЫ · 2 ИЗ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16273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Фрэнсис Форд Коппола — цветная фотография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856607"/>
            <a:ext cx="193863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КОППОЛА · РЕЖИССЁР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3056632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Снимая «Крёстного отца», Коппола каждую неделю ждал увольнения: студия не хотела ни Пачино, ни Брандо, ни его самого.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937546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Цветной портрет в красной рубашке. Пара к чёрно-белому кадру: два разных Копполы на одной стене.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653409"/>
            <a:ext cx="1725811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175 000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67759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85182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0" y="1193899"/>
            <a:ext cx="5986877" cy="4470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482923"/>
            <a:ext cx="218941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РЕЖИССЁРЫ · 3 ИЗ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16273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Брайан Де Пальма — фотография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856607"/>
            <a:ext cx="209520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ДЕ ПАЛЬМА · РЕЖИССЁР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3056632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«Лицо со шрамом», «Кэрри», «Неприкасаемые». Учился в одной компании со Скорсезе, Копполой и Спилбергом — поколением, которое переписало Голливуд.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937546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Кадр на площадке, росчерк синим. Третий режиссёр подборки и единственный, кто снимал и хоррор, и гангстерское кино.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653409"/>
            <a:ext cx="1725811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67759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933379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3863" y="1633389"/>
            <a:ext cx="194473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ТА ЖЕ КОМПАНИЯ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9025" y="1976289"/>
            <a:ext cx="4200525" cy="1766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Второй план,</a:t>
            </a:r>
          </a:p>
          <a:p>
            <a:pPr algn="r">
              <a:lnSpc>
                <a:spcPts val="443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без которого нет фильма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1400" y="4171504"/>
            <a:ext cx="4248150" cy="10816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Четыре актёра из тех же картин. Собираются в один ряд с главными — и стоят заметно дешевле.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85182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82" y="1269653"/>
            <a:ext cx="5986893" cy="43185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482923"/>
            <a:ext cx="276403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ТА ЖЕ КОМПАНИЯ · 1 ИЗ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16273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Пол Сорвино — фотография «Славных парней»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856607"/>
            <a:ext cx="220399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 · «СЛАВНЫЕ ПАРНИ»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3056632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Полли Цицеро, глава семьи, который «не говорил по телефону». Сорвино почти отказался от роли: боялся, что не найдёт в себе нужной жёсткости.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937546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Цветной кадр с Лиоттой в одном кадре. Роль второго плана, без которой фильм не собирается.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653409"/>
            <a:ext cx="1712416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110 000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67759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751534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0" y="1193899"/>
            <a:ext cx="5986877" cy="4470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349276"/>
            <a:ext cx="276403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ТА ЖЕ КОМПАНИЯ · 2 ИЗ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482626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Фрэнк Винсент — фотография «Бешеного быка»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722959"/>
            <a:ext cx="202510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1980 · «БЕШЕНЫЙ БЫК»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2922984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Винсент и Пеши пришли в кино вместе: Скорсезе увидел их в одном малобюджетном фильме и взял обоих. Дальше они играли друг против друга двадцать лет.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803898"/>
            <a:ext cx="4699992" cy="878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Кадр из «Бешеного быка» — первая их совместная работа у Скорсезе. Для собирающего линию Пеши это недостающее звено.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787205"/>
            <a:ext cx="1725811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301555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2885182"/>
            <a:ext cx="19050" cy="928539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3" y="954286"/>
            <a:ext cx="5987031" cy="49492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482923"/>
            <a:ext cx="276403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ТА ЖЕ КОМПАНИЯ · 3 ИЗ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616273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Лоррейн Бракко — фотография «Славных парней»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856607"/>
            <a:ext cx="220399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 · «СЛАВНЫЕ ПАРНИ»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3056632"/>
            <a:ext cx="4528542" cy="814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Карен Хилл — единственный женский голос в фильме и единственный, кто рассказывает историю изнутри семьи. Номинация на «Оскар».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937546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Кадр с Лиоттой за столиком, росчерк серебром. Единственная женская роль в подборке.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653409"/>
            <a:ext cx="1544836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167759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34808" y="3008263"/>
            <a:ext cx="19050" cy="682526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0" y="1193899"/>
            <a:ext cx="5986877" cy="4470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6708" y="1606004"/>
            <a:ext cx="276403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ТА ЖЕ КОМПАНИЯ · 4 ИЗ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5758" y="1739354"/>
            <a:ext cx="4699992" cy="11736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2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Тони Дарроу — фотография «Славных парней»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158" y="2979688"/>
            <a:ext cx="220399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 · «СЛАВНЫЕ ПАРНИ»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208" y="3179713"/>
            <a:ext cx="4528542" cy="568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Соня, владелец ресторана. Дарроу играл у Скорсезе трижды и стал одним из постоянных лиц его нью-йоркских фильмов.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5758" y="3814614"/>
            <a:ext cx="4699992" cy="61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Групповой кадр: Лиотта, Де Ниро, Пеши и Скорсезе в одном ряду. Самый населённый кадр подборки.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6708" y="4530477"/>
            <a:ext cx="1544836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6708" y="5044827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76" y="1425029"/>
            <a:ext cx="5034779" cy="3809851"/>
          </a:xfrm>
          <a:prstGeom prst="rect">
            <a:avLst/>
          </a:prstGeom>
        </p:spPr>
      </p:pic>
      <p:pic>
        <p:nvPicPr>
          <p:cNvPr id="4" name="Picture 3" descr="m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969" y="1425029"/>
            <a:ext cx="4925494" cy="38098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0550" y="266700"/>
            <a:ext cx="3283595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Как мы отдаём подарок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6694" y="428625"/>
            <a:ext cx="224715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УПАКОВКА STARGIFT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50" y="5831384"/>
            <a:ext cx="8286750" cy="1083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Каждый предмет уходит в фирменной упаковке дома: крафт-бумага с автографами великих, лента Stargift и плотный подарочный пакет. Оформленную работу привозим и вешаем сами.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5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2450" y="352425"/>
            <a:ext cx="180409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ПЕШИ И ЛИОТТА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571500"/>
            <a:ext cx="2208758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предметов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304925"/>
            <a:ext cx="4218236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Джо Пеши — фотография эпохи «Славных парней» с автографом, 20×25 см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2136" y="1266825"/>
            <a:ext cx="113481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165 000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1304925"/>
            <a:ext cx="4218236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Рэй Лиотта — фотография «Поле его мечты» с автографом, 28×36 см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7136" y="1266825"/>
            <a:ext cx="113481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160 000 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5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2442567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5550" y="2442567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550" y="2880717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352425"/>
            <a:ext cx="177909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ХАРВИ КЕЙТЕЛЬ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571500"/>
            <a:ext cx="2208758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 предметов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304925"/>
            <a:ext cx="4218236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Харви Кейтель — полный сценарий «Бешеных псов» на 103 страницы с автографом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2136" y="1266825"/>
            <a:ext cx="113481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190 000 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7450" y="1323975"/>
            <a:ext cx="353318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Харви Кейтель — постер «Таксиста» с автографом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136" y="1266825"/>
            <a:ext cx="113481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170 000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935659"/>
            <a:ext cx="4218236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Харви Кейтель — фотография «Криминального чтива» с автографом, 20×25 см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2136" y="1897559"/>
            <a:ext cx="113481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160 000 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1935659"/>
            <a:ext cx="4218236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Харви Кейтель — промо-фотография «Бешеных псов» с автографом, 20×25 см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7136" y="1897559"/>
            <a:ext cx="113481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160 000 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" y="2585442"/>
            <a:ext cx="424591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Харви Кейтель — студийный портрет с автографом, 20×25 см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2136" y="2528292"/>
            <a:ext cx="113481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150 000 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5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224998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2450" y="352425"/>
            <a:ext cx="137011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РЕЖИССЁРЫ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571500"/>
            <a:ext cx="2208758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предметов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1323975"/>
            <a:ext cx="4332089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Фрэнсис Форд Коппола — фотография с автографом, 20×25 см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2136" y="1266825"/>
            <a:ext cx="113481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175 000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1304925"/>
            <a:ext cx="4218236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Фрэнсис Форд Коппола — цветная фотография с автографом, 20×25 см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7136" y="1266825"/>
            <a:ext cx="113481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175 000 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1954709"/>
            <a:ext cx="399157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Брайан Де Пальма — фотография с автографом, 20×25 см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2136" y="1897559"/>
            <a:ext cx="113481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150 000 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5550" y="1811834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2442567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5550" y="2442567"/>
            <a:ext cx="5295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2450" y="352425"/>
            <a:ext cx="194473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3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ТА ЖЕ КОМПАНИЯ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571500"/>
            <a:ext cx="2208758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 предметов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304925"/>
            <a:ext cx="4226421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Пол Сорвино — фотография «Славных парней» с автографом, 20×25 см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0321" y="1266825"/>
            <a:ext cx="1126629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110 000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1304925"/>
            <a:ext cx="4218236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Фрэнк Винсент — фотография «Бешеного быка» с автографом, 20×25 см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7136" y="1266825"/>
            <a:ext cx="113481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100 000 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935659"/>
            <a:ext cx="4327773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Лоррейн Бракко — фотография «Славных парней» с автографом, 20×25 см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1673" y="1897559"/>
            <a:ext cx="1025277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90 000 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1935659"/>
            <a:ext cx="4327773" cy="478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Тони Дарроу — фотография «Славных парней» с автографом, 20×25 см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6673" y="1897559"/>
            <a:ext cx="1025277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90 000 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1505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43989"/>
            <a:ext cx="1704975" cy="12953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3144143"/>
            <a:ext cx="6762750" cy="1483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96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«Славные парни» и круг Скорсезе. Четырнадцать предметов, один круг кино.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6324600"/>
            <a:ext cx="133111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980" b="0" i="0" spc="234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