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7975" y="2985641"/>
            <a:ext cx="7239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514369"/>
            <a:ext cx="1679972" cy="127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2558207"/>
            <a:ext cx="389319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ОТБОР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882057"/>
            <a:ext cx="5410200" cy="1264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80"/>
              </a:lnSpc>
            </a:pPr>
            <a:r>
              <a:rPr sz="45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Собрание</a:t>
            </a:r>
          </a:p>
          <a:p>
            <a:pPr algn="l">
              <a:lnSpc>
                <a:spcPts val="4680"/>
              </a:lnSpc>
            </a:pPr>
            <a:r>
              <a:rPr sz="45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необычного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4261098"/>
            <a:ext cx="3676650" cy="1219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2"/>
              </a:lnSpc>
            </a:pPr>
            <a:r>
              <a:rPr sz="14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Двадцать предметов, которые не повторяются: от сертификата Standard Oil с подписью Рокфеллера до мяча чемпионата мира, который ещё не начался.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6191250"/>
            <a:ext cx="277757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 ПРЕДМЕТОВ · АВГУСТ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1519684"/>
            <a:ext cx="828675" cy="1400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94"/>
              </a:lnSpc>
            </a:pPr>
            <a:r>
              <a:rPr sz="9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204716"/>
            <a:ext cx="2628900" cy="962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</a:pPr>
            <a:r>
              <a:rPr sz="15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миров в одной деке: документы и письма, кино, музыка, спорт, искусство и стиль.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300091"/>
            <a:ext cx="2628900" cy="962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</a:pPr>
            <a:r>
              <a:rPr sz="15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Рокфеллер и Веттриано, Али и Месси, Меркьюри и Дауни-младший.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548509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202" y="0"/>
            <a:ext cx="567064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1740843"/>
            <a:ext cx="242083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ДОКУМЕНТЫ И ПИСЬМА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102793"/>
            <a:ext cx="5397252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Подписи,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которые работали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805684"/>
            <a:ext cx="4457700" cy="1340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Сертификат Standard Oil, письмо из Штутгарта, контракт молодого актёра и книга, подаренная героине: бумаги, где подпись — часть самой истории.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1702" y="6555135"/>
            <a:ext cx="328895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Джон Д. Рокфеллер · фото: Wikimedia Commons, public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056084"/>
            <a:ext cx="32178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ДОКУМЕНТЫ И ПИСЬМА · 1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313259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Сертификат Standard Oil Trust с подписями Джона Рокфеллера и Генри Флаглера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489448"/>
            <a:ext cx="5276850" cy="24671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Акционерный сертификат Standard Oil Trust конца XIX века. Джон Рокфеллер расписался как президент компании, Генри Флаглер — как секретарь: это не автографы на память, а рабочие подписи на действующем документе самой большой нефтяной компании в истории — той, которую в 1911 году Верховный суд США разделил на тридцать четыре части, и из осколков выросли Exxon, Mobil и Chevron. Гравированный бланк, зелёная кайма, номер и печать треста. Документ такого уровня — центр кабинета: он разговаривает с гостем сам, без единой подписи под рамой.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5061347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2 200 000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594747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900" y="6010275"/>
            <a:ext cx="528578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СЕРТИФИКАТ STANDARD OIL · РОКФЕЛЛЕР И ФЛАГЛЕР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950" y="6219825"/>
            <a:ext cx="6486525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8"/>
              </a:lnSpc>
            </a:pPr>
            <a:r>
              <a:rPr sz="11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Кабинет: сертификат Standard Oil в раме красного дерева с бордовым паспарту под латунной подсветкой. Атмосферная подача.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056084"/>
            <a:ext cx="32178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ДОКУМЕНТЫ И ПИСЬМА · 2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313259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Письмо на бланке Porsche AG с подписью доктора Ферри Порше, 29 мая 1974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489448"/>
            <a:ext cx="5276850" cy="24671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Машинописное письмо на фирменном бланке «Dr. Ing. h. c. F. Porsche AG · Штутгарт-Цуффенхаузен», датировано 29 мая 1974 года и подписано синими чернилами: Ферри Порше, создатель Porsche 356 — первого автомобиля марки — и человек, при котором появился 911-й, отвечает клиенту лично. Вежливый, выдержанный немецкий деловой стиль: «спасибо за терпение, вопрос решается, вы — ценный член семьи Porsche». Предмет для гаража с характером, кабинета коллекционера или офиса компании, где слово «инженер» произносят с уважением.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5061347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590 000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594747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226641"/>
            <a:ext cx="32178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ДОКУМЕНТЫ И ПИСЬМА · 3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483816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Агентский контракт Роберта Дауни-младшего, подписанный в 1985 году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318742"/>
            <a:ext cx="5276850" cy="24671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Стандартный агентский контракт AFTRA между агентством ICM и двадцатилетним актёром по имени Robert Downey, Jr. — подписан 1 сентября 1985 года, за считаные месяцы до «Саранчи» и звёздного сезона в Saturday Night Live. Голубой бланк, машинописные вставки, юная подпись человека, который через двадцать три года наденет броню Железного человека. Документы начала карьеры — самый редкий жанр в актёрской мемо­рабилии: их не подписывали для поклонников, они просто выжили. Для поклонника Marvel это буквально точка старта всей истории.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890641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424041"/>
            <a:ext cx="51137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16236"/>
            <a:ext cx="32178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ДОКУМЕНТЫ И ПИСЬМА · 4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73411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Альбом Жан-Мари Перье «Rencontres» с дарственной надписью Марианне Фейтфулл — героине книги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49600"/>
            <a:ext cx="5276850" cy="22014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Фотоальбом Жан-Мари Перье — человека, снимавшего всех: Битлз, Роллингов, Дилана, Джонни Холлидея. На титуле — дарственная надпись самой Марианне Фейтфулл: «Pour Marianne. With all the love she knows», дата 26 сентября 2012 года и росчерк автора. Экземпляр, подаренный героине книги, — то, что на аукционах называют association copy: связь между фотографом и музой зафиксирована чернилами на бумаге. Тихий, очень парижский предмет для библиотеки, где любят шестидесятые.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5055840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2950" y="3760291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1844873"/>
            <a:ext cx="73803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КИНО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206823"/>
            <a:ext cx="10763250" cy="13439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2"/>
              </a:lnSpc>
            </a:pPr>
            <a:r>
              <a:rPr sz="48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От «Империи»</a:t>
            </a:r>
          </a:p>
          <a:p>
            <a:pPr algn="l">
              <a:lnSpc>
                <a:spcPts val="4992"/>
              </a:lnSpc>
            </a:pPr>
            <a:r>
              <a:rPr sz="48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до «Таксиста»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017466"/>
            <a:ext cx="5257800" cy="102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Семнадцать подписей «Звёздных войн», сценарий «Лица со шрамом», прокат 1976 года и первый Джейсон: кино, которое пересматривают.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21743"/>
            <a:ext cx="15350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КИНО · 1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78918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Постер «Империя наносит ответный удар» с семнадцатью подписями актёрского состава и создателей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55106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Семнадцать подписей на одном листе: Марк Хэмилл, Харрисон Форд, Кэрри Фишер, Билли Ди Уильямс, Энтони Дэниелс, Джордж Лукас, Дэвид Праус, Кенни Бейкер, Питер Мэйхью, Джон Уильямс — весь экипаж «Сокола» и те, кто его построил. Собрать такой состав сегодня физически невозможно. Музейный уровень для частной коллекции: предмет, вокруг которого строится вся комната, а не наоборот. Полное письмо Beckett на все семнадцать росчерков.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95689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8 900 000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329089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492300"/>
            <a:ext cx="15350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КИНО · 2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749475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Сценарий «Лица со шрамом» с автографом Стивена Бауэра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584400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Переплетённый сценарий «Scarface» с подписью Стивена Бауэра — Манни Риберы, правой руки Тони Монтаны. Бауэр — единственный кубинец в главном касте фильма о кубинце: Пачино учил акцент, Бауэр с ним родился. Розовая надпись «SCARFACE» на белой обложке узнаётся через всю комнату — фильм сорок лет живёт в плакатах, барах и текстах хип-хопа. Отличный первый предмет кино-коллекции: культовый титул за разумные деньги.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624983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158383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581894"/>
            <a:ext cx="15350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КИНО · 3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839069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Полный комплект из восьми лобби-карт «Таксиста», оригинал проката 1976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3015258"/>
            <a:ext cx="5276850" cy="16701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Восемь лобби-карт первого проката «Таксиста» — карточки, которые в 1976 году висели в фойе кинотеатров: Де Ниро у жёлтого чекера, Джоди Фостер, ночной Нью-Йорк Скорсезе. Полный неразрозненный комплект, не репринт — прокатный оригинал пятидесятилетней выдержки. В одной раме из восьми окон это готовая стена домашнего кинозала: вся картина разложена по кадрам, как раскадровка.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90182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900" y="6224588"/>
            <a:ext cx="476235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«ТАКСИСТ» · КОМПЛЕКТ ЛОББИ-КАРТ 1976 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6462712"/>
            <a:ext cx="643696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8"/>
              </a:lnSpc>
            </a:pPr>
            <a:r>
              <a:rPr sz="11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Домашний кинозал: все восемь лобби-карт в единой раме с бордовым паспарту. Атмосферная подача.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21743"/>
            <a:ext cx="15350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КИНО · 4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78918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Маска Джейсона с автографом Ари Лемана — первого Джейсона в истории «Пятницы, 13-е»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55106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Белая хоккейная маска с кровавыми подтёками, подписанная Ари Леманом — актёром, сыгравшим Джейсона Вурхиза в самой первой «Пятнице, 13-е» 1980 года. Леман добавил к росчерку «Jason 1»: он был первым, до всех сиквелов и канона с мачете. Подпись поставлена при свидетеле Beckett. Идеальный подарок человеку, который устраивает домашние хоррор-марафоны: страшно, культово и с историей происхождения жанра.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95689"/>
            <a:ext cx="16140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329089"/>
            <a:ext cx="182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WITNESSED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454497"/>
            <a:ext cx="153501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КИНО · 5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711672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Cadillac Fleetwood 1955 года в масштабе 1:18 с автографом Аль Пачино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887861"/>
            <a:ext cx="5276850" cy="16701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Чёрный Cadillac Fleetwood 1955 года — автомобиль эпохи «Крёстного отца» — в коллекционном масштабе 1:18, подписанный Аль Пачино серебряным маркером по крыше. Подпись на автомобиле, а не на фотографии — редкий формат для Пачино: на рынке это единственный такой экземпляр. Готовый предмет для рабочего стола или полки кабинета — тот случай, когда экспонат не требует стены.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662785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196185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706416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202" y="0"/>
            <a:ext cx="567064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1898749"/>
            <a:ext cx="100459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260699"/>
            <a:ext cx="5397252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Голоса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на бумаге и виниле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963591"/>
            <a:ext cx="4457700" cy="102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Фредди Меркьюри, дуэт Элтона и Джорджа Майкла, Motown 1968 года и Metallica: четыре способа услышать автограф.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1702" y="6555135"/>
            <a:ext cx="327838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The Supremes, 1966 · фото: Wikimedia Commons, public domain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619696"/>
            <a:ext cx="180156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МУЗЫКА · 1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876871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 Фредди Меркьюри на листе, оформленный в паспарту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11797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Росчерк Фредди Меркьюри тонким пером по бумаге — стремительный, с летящей заглавной F, узнаваемый мгновенно. Автографы Меркьюри — среди самых дефицитных в музыке: он ушёл в 1991-м, до эпохи организованных автограф-сессий, и почти всё, что существует, подписано на бегу — на программках, билетах, случайных листах. Небольшой предмет с огромной плотностью смысла: в раме с паспарту он держит стену не хуже гитары.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52380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21743"/>
            <a:ext cx="180156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МУЗЫКА · 2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78918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Промо-постер «Don't Let the Sun Go Down on Me» с автографами Элтона Джона и Джорджа Майкла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55106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Промо-постер живого дуэта 1991 года: Джордж Майкл в синем пиджаке обнимает Элтона за плечи, оба расписались золотым маркером прямо по кадру. Эта запись с концерта на «Уэмбли» стала синглом номер один по обе стороны Атлантики — и одним из самых трогательных дуэтов десятилетия. Двойной автограф такого уровня в одном предмете — редкость: обычно эти подписи продаются порознь. Полное письмо PSA/DNA.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95689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1 400 000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329089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21743"/>
            <a:ext cx="180156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МУЗЫКА · 3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78918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Конверт саундтрека TCB группы Diana Ross and the Supremes с автографом Мэри Уилсон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55106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Конверт пластинки «TCB» 1968 года — телевизионного шоу Motown, где Supremes выступали вместе с Temptations: золотые платья, оркестр, вершина детройтского звука. Подпись Мэри Уилсон — соосновательницы Supremes, единственной, кто прошёл весь путь группы от первого состава до последнего. Тёплый предмет эпохи виниловых конвертов: в раме со стеклом он выглядит как окно в 1968 год.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95689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180 000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329089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492300"/>
            <a:ext cx="180156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МУЗЫКА · 4 ИЗ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749475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Барабанный пластик Remo с автографами Metallica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584400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Чёрный десятидюймовый пластик Remo Emperor, подписанный участниками Metallica серебряным маркером. Барабанный пластик — естественная поверхность для рок-автографа: круглая форма собирает росчерки в единую композицию, а чёрный глянец держит серебро десятилетиями. В акриловом боксе на подставке смотрится как объект современного искусства — и безошибочно читается любым, кто хоть раз слышал «Enter Sandman».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624983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158383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706416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202" y="0"/>
            <a:ext cx="567064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1898749"/>
            <a:ext cx="83418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СПОРТ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260699"/>
            <a:ext cx="5397252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Али, Джордан,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Месси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963591"/>
            <a:ext cx="4457700" cy="1024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Литография трёх величайших, мяч будущего чемпионата мира, боевой визор Формулы-1 и конверт, открывший Зал боксёрской славы.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1702" y="6555135"/>
            <a:ext cx="336217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Мохаммед Али, 1967 · фото: Wikimedia Commons, public domain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278434"/>
            <a:ext cx="163115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СПОРТ · 1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35609"/>
            <a:ext cx="5276850" cy="14412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Литография «Legends of Sport» с подписями Мохаммеда Али, Майкла Джордана и Тайгера Вудса, тираж 49 из 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3053060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Панорамная литография Upper Deck «Legends of Sport»: три человека, каждый из которых стал синонимом своего вида спорта, — и три подписи на одном листе. Али, Джордан и Вудс вместе не подписывали почти ничего: тираж 500 экземпляров, этот — номер 49. Величайший боксёр, величайший баскетболист и величайший гольфист на одной стене — формула, которую невозможно усилить. Центральный экспонат для клубной комнаты или кабинета серьёзного собрания.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5093643"/>
            <a:ext cx="22807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15 900 000 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900" y="6224588"/>
            <a:ext cx="446916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«LEGENDS OF SPORT» · АЛИ, ДЖОРДАН, ВУДС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6462712"/>
            <a:ext cx="662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8"/>
              </a:lnSpc>
            </a:pPr>
            <a:r>
              <a:rPr sz="11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Клубная комната: «Legends of Sport» в тонкой чёрной раме под музейным стеклом. Атмосферная подача.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492300"/>
            <a:ext cx="163115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СПОРТ · 2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749475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Мяч чемпионата мира 2026 года Adidas Trionda с автографом Лионеля Месси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584400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Официальный мяч чемпионата мира 2026 года — Adidas Trionda с красно-сине-зелёной графикой трёх стран-хозяек — подписан Лионелем Месси по зелёному сегменту. Мяч будущего турнира с подписью действующего чемпиона мира: предмет, который дорожает по календарю — с каждым месяцем до первого свистка. В акриловом кубе на белом мраморном основании — готовый центр спортивной полки.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624983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158383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619696"/>
            <a:ext cx="163115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СПОРТ · 3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876871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Вратарская перчатка с автографом Питера Шилтона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11797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Белая вратарская перчатка, подписанная Питером Шилтоном — рекордсменом сборной Англии: 125 матчей за национальную команду, больше, чем у кого-либо до или после. Шилтон — тот самый вратарь, через которого прошла «рука Бога» Марадоны в 1986-м: обе стороны той истории теперь в музеях. Перчатка — правильная поверхность для вратарского автографа: предмет профессии, а не сувенир. В акриловом боксе на тёмном основании — строгий мужской подарок.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52380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449139"/>
            <a:ext cx="163115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СПОРТ · 4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706314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Визор шлема Arai GP7 с автографом Фернандо Алонсо, сезон McLaren 2007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882503"/>
            <a:ext cx="5276850" cy="1935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Боевой визор шлема Arai GP7 в размере 1:1 с полосой Johnnie Walker — ливрея сезона-2007, единственного года Алонсо в McLaren рядом с дебютантом по имени Льюис Хэмилтон. Подпись серебром по тонированному поликарбонату; подписание зафиксировано на видео. Изогнутая форма визора красиво ловит свет на подставке — предмет для кабинета человека, который смотрит гонки по воскресеньям с секундомером.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923086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018282"/>
            <a:ext cx="163115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СПОРТ · 5 ИЗ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275457"/>
            <a:ext cx="5276850" cy="14412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Конверт первого дня Зала боксёрской славы 1990 года с подписями Мохаммеда Али, Джо Фрейзера и ещё девяти чемпионов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92909"/>
            <a:ext cx="5276850" cy="22014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Конверт первого гашения, выпущенный к открытию Международного зала боксёрской славы: штемпель «Induction Station · June 10, 1990 · Canastota NY» и олимпийские боксёрские марки. Поверх — одиннадцать подписей первого призыва: Мохаммед Али и Джо Фрейзер рядом, как в Мэдисон-сквер-гарден, Джейк Ламотта — «Бешеный бык» Скорсезе, Вилли Пеп, Арчи Мур, Эмиль Гриффит, Кармен Базилио. Одиннадцать имён, открывших Зал славы, на одном листе размером с журнальную страницу. Полное письмо JSA.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5099149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632549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2950" y="3918347"/>
            <a:ext cx="7048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2002929"/>
            <a:ext cx="220890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ИСКУССТВО И СТИЛЬ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364879"/>
            <a:ext cx="10763250" cy="13439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2"/>
              </a:lnSpc>
            </a:pPr>
            <a:r>
              <a:rPr sz="48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Веттриано,</a:t>
            </a:r>
          </a:p>
          <a:p>
            <a:pPr algn="l">
              <a:lnSpc>
                <a:spcPts val="4992"/>
              </a:lnSpc>
            </a:pPr>
            <a:r>
              <a:rPr sz="48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Армани, Версаче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175522"/>
            <a:ext cx="5257800" cy="7081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8"/>
              </a:lnSpc>
            </a:pPr>
            <a:r>
              <a:rPr sz="158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Танец на вечернем берегу и два росчерка итальянской моды: предметы для домов, где стены умеют говорить тихо.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16236"/>
            <a:ext cx="300588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ИСКУССТВО И СТИЛЬ · 1 ИЗ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573411"/>
            <a:ext cx="5276850" cy="1099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Джек Веттриано «Dance Me to the End of Love», подписанная лимитированная печать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749600"/>
            <a:ext cx="5276850" cy="22014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«Dance Me to the End of Love» — пара танцует на пустом вечернем берегу под низкой луной; название взято у Леонарда Коэна, а настроение — фирменное веттриановское: нуар, шёлк и недосказанность. Подписанная автором лимитированная печать малого формата; тираж давно распродан, у издателя оставался последний экземпляр. Веттриано — самый тиражируемый британский художник своего поколения, и эта вещь — его «Целующий полицейский» для спальни или гостиной: романтика без сиропа.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5055840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1 900 000 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900" y="6224588"/>
            <a:ext cx="455309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ВЕТТРИАНО · DANCE ME TO THE END OF 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6462712"/>
            <a:ext cx="48894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8"/>
              </a:lnSpc>
            </a:pPr>
            <a:r>
              <a:rPr sz="11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Гостиная: «Dance Me to the End of Love» над камином. Атмосферная подача.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38900" y="1359545"/>
            <a:ext cx="300588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ИСКУССТВО И СТИЛЬ · 2 ИЗ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616720"/>
            <a:ext cx="5276850" cy="7587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8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Автографы Джорджо Армани и Джанни Версаче в одной раме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451646"/>
            <a:ext cx="5276850" cy="22014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3F3F3F"/>
                </a:solidFill>
                <a:latin typeface="Inter"/>
                <a:latin typeface="Inter"/>
                <a:ea typeface="Inter"/>
                <a:cs typeface="Inter"/>
              </a:rPr>
              <a:t>Два росчерка, определившие итальянскую моду конца XX века, в одном паспарту: строгий Armani и летящий Gianni Versace, между ними — фотография двух маэстро. Версаче не стало в 1997-м; предметов первого уровня с его подписью на рынке почти нет, и по этому лоту существуют отдельные письма PSA и JSA — по одному на каждую подпись. Вещь для шоу-рума, ателье, бутика или дома, где моду понимают как искусство — рядом с гардеробной такая рама выглядит манифестом.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900" y="4757886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5291286"/>
            <a:ext cx="93106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 · JSA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54" y="1453604"/>
            <a:ext cx="4984429" cy="3771751"/>
          </a:xfrm>
          <a:prstGeom prst="rect">
            <a:avLst/>
          </a:prstGeom>
        </p:spPr>
      </p:pic>
      <p:pic>
        <p:nvPicPr>
          <p:cNvPr id="4" name="Picture 3" descr="m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50" y="1453604"/>
            <a:ext cx="4876237" cy="37717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266700"/>
            <a:ext cx="328359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6912" y="428625"/>
            <a:ext cx="220503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850434"/>
            <a:ext cx="8286750" cy="1064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8097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23526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289560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34385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39814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45243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506730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56102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61531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352425"/>
            <a:ext cx="334431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СОБРАНИЕ · ДОКУМЕНТЫ И КИНО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571500"/>
            <a:ext cx="20929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Прайс-лист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1466850"/>
            <a:ext cx="351621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Сертификат Standard Oil · Рокфеллер и Флаглер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8545" y="1381125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2 200 000 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009775"/>
            <a:ext cx="328404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Письмо Porsche AG · подпись Ферри Порше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1427" y="1924050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590 000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552700"/>
            <a:ext cx="311110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Контракт Роберта Дауни-младшего · 1985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1427" y="2466975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3095625"/>
            <a:ext cx="337780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«Rencontres» · инскрипт Марианне Фейтфулл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1427" y="3009900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3638550"/>
            <a:ext cx="363572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«Империя наносит ответный удар» · 17 подписей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8545" y="3552825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8 900 000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4181475"/>
            <a:ext cx="332020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Сценарий «Лица со шрамом» · Стивен Бауэр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1427" y="4095750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4724400"/>
            <a:ext cx="320843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«Таксист» · комплект лобби-карт 1976 года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1427" y="4638675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160 000 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5267325"/>
            <a:ext cx="302582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Маска Джейсона · автограф Ари Лемана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0014" y="5181600"/>
            <a:ext cx="1163836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90 000 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5810250"/>
            <a:ext cx="275599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Cadillac 1955 · автограф Аль Пачино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1427" y="5724525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650 000 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2668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18097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23526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289560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34385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39814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45243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506730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561022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50" y="6153150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650" y="6696075"/>
            <a:ext cx="10934700" cy="9525"/>
          </a:xfrm>
          <a:prstGeom prst="rect">
            <a:avLst/>
          </a:prstGeom>
          <a:solidFill>
            <a:srgbClr val="2E2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550" y="352425"/>
            <a:ext cx="416837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СОБРАНИЕ · МУЗЫКА, СПОРТ, ИСКУССТВО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571500"/>
            <a:ext cx="209297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Прайс-лист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923925"/>
            <a:ext cx="223852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Автограф Фредди Меркьюри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8545" y="838200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1466850"/>
            <a:ext cx="295155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Постер · Элтон Джон и Джордж Майкл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545" y="1381125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1 400 000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2009775"/>
            <a:ext cx="287089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Конверт TCB · автограф Мэри Уилсон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1427" y="1924050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180 000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552700"/>
            <a:ext cx="274707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Пластик Remo · автографы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1427" y="2466975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450 000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3095625"/>
            <a:ext cx="303698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«Legends of Sport» · Али, Джордан, Вудс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9958" y="3009900"/>
            <a:ext cx="1613892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15 900 000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3638550"/>
            <a:ext cx="298489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Мяч ЧМ-2026 Trionda · автограф Месси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1427" y="3552825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4181475"/>
            <a:ext cx="281880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Вратарская перчатка · Питер Шилтон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1427" y="4095750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4724400"/>
            <a:ext cx="268768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Визор Arai GP7 · Фернандо Алонсо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1427" y="4638675"/>
            <a:ext cx="12924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5267325"/>
            <a:ext cx="402981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Конверт первого дня 1990 · Али, Фрейзер и ещё девять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545" y="5181600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1 800 000 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5810250"/>
            <a:ext cx="301853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Веттриано · Dance Me to the End of Love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545" y="5724525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1 900 000 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6353175"/>
            <a:ext cx="352350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1"/>
              </a:lnSpc>
            </a:pPr>
            <a:r>
              <a:rPr sz="128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Армани и Версаче · два автографа в одной раме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545" y="6267450"/>
            <a:ext cx="148530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1 800 000 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2566"/>
            <a:ext cx="1654820" cy="12572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115568"/>
            <a:ext cx="7600950" cy="1483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96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Двадцать предметов, которые не повторяются. Каждый — с историей, которую рассказывают гостям.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24600"/>
            <a:ext cx="133111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