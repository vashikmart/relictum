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533417"/>
            <a:ext cx="1730127" cy="1314416"/>
          </a:xfrm>
          <a:prstGeom prst="rect">
            <a:avLst/>
          </a:prstGeom>
        </p:spPr>
      </p:pic>
      <p:pic>
        <p:nvPicPr>
          <p:cNvPr id="4" name="Picture 3" descr="m0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39" y="1650950"/>
            <a:ext cx="5339265" cy="3555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552105"/>
            <a:ext cx="326037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ЧАСТНОЕ СОБРАНИЕ · МУЗЫКА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250" y="2904530"/>
            <a:ext cx="5042892" cy="13043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36"/>
              </a:lnSpc>
            </a:pPr>
            <a:r>
              <a:rPr sz="46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Metallica</a:t>
            </a:r>
          </a:p>
          <a:p>
            <a:pPr algn="l">
              <a:lnSpc>
                <a:spcPts val="4836"/>
              </a:lnSpc>
            </a:pPr>
            <a:r>
              <a:rPr sz="46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Depeche Mode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250" y="4342209"/>
            <a:ext cx="4504879" cy="1173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350" b="0" i="0">
                <a:solidFill>
                  <a:srgbClr val="B8B2A6"/>
                </a:solidFill>
                <a:latin typeface="Inter"/>
                <a:latin typeface="Inter"/>
                <a:ea typeface="Inter"/>
                <a:cs typeface="Inter"/>
              </a:rPr>
              <a:t>Тридцать один предмет: пластинки, барабанные пластики, накладки гитар, тексты песен и фотографии. Две группы, каждая — со своим составом на стене.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62675"/>
            <a:ext cx="265792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234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31 ПРЕДМЕТ · АВГУСТ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34700" y="3765798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3823" y="1456283"/>
            <a:ext cx="2974777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980" b="0" i="0" spc="33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МЕТАЛЛИКА · ВЕСЬ СОСТАВ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9674" y="1808708"/>
            <a:ext cx="4009876" cy="17665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4437"/>
              </a:lnSpc>
            </a:pPr>
            <a:r>
              <a:rPr sz="43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Четыре подписи на одном предмете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5116" y="4003923"/>
            <a:ext cx="5234434" cy="1416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640"/>
              </a:lnSpc>
            </a:pPr>
            <a:r>
              <a:rPr sz="165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Собрать всех четверых на одной вещи труднее всего: группа подписывает по отдельности и редко в один день. В подборке таких предметов семь.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608213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54" y="619125"/>
            <a:ext cx="5986950" cy="5619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196429"/>
            <a:ext cx="241027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1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339304"/>
            <a:ext cx="4699992" cy="117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Пластик барабана с концерта 20 ноября 1991 года с автографами всех участников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70113"/>
            <a:ext cx="2819698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1991 · ТУР «ЧЁРНОГО АЛЬБОМА»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79663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Год выхода «Чёрного альбома»: пятнадцать миллионов проданных копий в США и первое место в десяти странах.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60577"/>
            <a:ext cx="4699992" cy="11459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Пластик снят с установки после концерта и подписан всеми четырьмя в тот же вечер. Самый дорогой предмет подборки и единственный, который сам побывал на сцене.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901803"/>
            <a:ext cx="1802011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1 900 000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435203"/>
            <a:ext cx="527596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425303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37" y="477887"/>
            <a:ext cx="5986984" cy="59022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379339"/>
            <a:ext cx="243512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2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522214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«Kill 'Em All» — конверт с автографами всех участников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387203"/>
            <a:ext cx="238184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1983 · ДЕБЮТНЫЙ АЛЬБОМ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596753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Первая пластинка Metallica. Записана за две недели на деньги, занятые у владельца магазина пластинок; тираж — пятнадцать тысяч копий.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477667"/>
            <a:ext cx="4699992" cy="11459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Конверт с росчерками всего состава. Автографы на дебютнике собрать труднее всего: до славы его подписывали редко, после — экземпляры уже разошлись.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718893"/>
            <a:ext cx="1802011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1 600 000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252293"/>
            <a:ext cx="51941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864941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84" y="900857"/>
            <a:ext cx="5986890" cy="50561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453158"/>
            <a:ext cx="243646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3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596033"/>
            <a:ext cx="4699992" cy="117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Промо-фотография эпохи «Чёрного альбома» с автографами всех участников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826841"/>
            <a:ext cx="19185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1991 · ПРОМО-ТИРАЖ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3036391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Снимок рассылался по редакциям к выходу альбома, который перевёл группу из металла в стадионы.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7129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Чёрно-белый кадр состава 1991 года, подписанный всеми четырьмя. Промо-фотографии печатались малым числом и в продажу не поступали.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645075"/>
            <a:ext cx="157266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950 000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78475"/>
            <a:ext cx="51941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425303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73" y="1301651"/>
            <a:ext cx="5986911" cy="42546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379339"/>
            <a:ext cx="244018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4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522214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Накладка гитары Guitar Hero с автографами всех участников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387203"/>
            <a:ext cx="281761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2009 · GUITAR HERO: METALLICA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596753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Игра, через которую с группой познакомилось поколение, не заставшее ни одного её альбома вживую.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477667"/>
            <a:ext cx="4699992" cy="11459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Накладка от контроллера из лимитированного издания, подписанная всем составом. Дом ставит такую накладку на настоящую гитару — инструмент подбирается под её цвет.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718893"/>
            <a:ext cx="1597223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252293"/>
            <a:ext cx="92035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371" y="419100"/>
            <a:ext cx="4694316" cy="6019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43363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5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Фотография с автографами всех участников, 20×25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191378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СОСТАВ С ТРУХИЛЬО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Четыре профиля лицом друг к другу — кадр, который группа использовала как визитную карточку современного состава.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Компактный формат с четырьмя росчерками. Самый простой способ повесить на стену полный состав, не занимая полстены.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5957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750 000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51941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864941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26" y="2000101"/>
            <a:ext cx="5987006" cy="28577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453158"/>
            <a:ext cx="243691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6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596033"/>
            <a:ext cx="4699992" cy="117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Концертный билет 2009 года с автографами всех участников в капсуле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826841"/>
            <a:ext cx="2709416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2009 · ТУР «DEATH MAGNETIC»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3036391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Обычный входной билет, который после концерта попал к музыкантам и вернулся с четырьмя подписями.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7129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Предмет размером с ладонь и с полным составом на нём. Запечатан в капсулу, оформляется в раму рядом с фотографией группы.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645075"/>
            <a:ext cx="158412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78475"/>
            <a:ext cx="527596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682032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95" y="1435298"/>
            <a:ext cx="5986868" cy="3987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636068"/>
            <a:ext cx="242961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ВЕСЬ СОСТАВ · 7 ИЗ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778943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Фотография с автографами всех участников, 28×36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643932"/>
            <a:ext cx="210889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СОВРЕМЕННЫЙ СОСТАВ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853482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Кадр с фестивальной сцены: четверо с поднятыми руками в конце сета.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48838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Крупный формат и четыре подписи по светлому полю — читаются с нескольких метров. Самый доступный групповой лот подборки.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462165"/>
            <a:ext cx="1543348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995565"/>
            <a:ext cx="92035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34700" y="3933379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57655" y="1623864"/>
            <a:ext cx="280094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980" b="0" i="0" spc="33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МЕТАЛЛИКА · УЧАСТНИКИ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9674" y="1976289"/>
            <a:ext cx="4009876" cy="17665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4437"/>
              </a:lnSpc>
            </a:pPr>
            <a:r>
              <a:rPr sz="43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Хэтфилд, Ульрих,</a:t>
            </a:r>
          </a:p>
          <a:p>
            <a:pPr algn="r">
              <a:lnSpc>
                <a:spcPts val="4437"/>
              </a:lnSpc>
            </a:pPr>
            <a:r>
              <a:rPr sz="43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Хэмметт, Трухильо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5116" y="4171504"/>
            <a:ext cx="5234434" cy="10816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640"/>
              </a:lnSpc>
            </a:pPr>
            <a:r>
              <a:rPr sz="165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Отдельные автографы участников: барабанные пластики, накладки гитар, пластинки и книга. Из них собирается стена, а не один предмет.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864941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141" y="419100"/>
            <a:ext cx="5412628" cy="6019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453158"/>
            <a:ext cx="23406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596033"/>
            <a:ext cx="4699992" cy="117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Джеймс Хэтфилд — «Messengers. The Guitars of Metallica»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826841"/>
            <a:ext cx="167848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ХЭТФИЛД · КНИГА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3036391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Издание о гитарах Metallica: инструменты, на которых сыграны все главные альбомы группы.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7129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Подписанный лист вклеен в книгу. Редкий для рок-подборки формат — экспонат, который можно взять в руки и пролистать.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645075"/>
            <a:ext cx="1545878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350 000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78475"/>
            <a:ext cx="527596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88" y="1018282"/>
            <a:ext cx="5986882" cy="48214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36547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2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Роберт Трухильо — накладка гитары Stratocaster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296153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ТРУХИЛЬО · БАСИСТ С 2003 ГОДА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До Metallica играл у Оззи Осборна и в Suicidal Tendencies; в группу пришёл после прослушивания, снятого для документального фильма.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Белая накладка Stratocaster с крупным росчерком. Дом подбирает под белую накладку чёрный или винтажно-белый корпус.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43348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527596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682032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89" y="1664791"/>
            <a:ext cx="5986881" cy="35282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636068"/>
            <a:ext cx="236681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3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778943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Джеймс Хэтфилд — автограф на логотипе группы в капсуле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643932"/>
            <a:ext cx="197733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ХЭТФИЛД · АВТОГРАФ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853482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Логотип Metallica, нарисованный в 1981 году, — один из самых узнаваемых знаков в музыке.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48838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Росчерк поверх фирменного логотипа, запечатанный в капсулу. Оформляется в раму рядом с любой фотографией на выбор.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462165"/>
            <a:ext cx="1570434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995565"/>
            <a:ext cx="9163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682032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14" y="419100"/>
            <a:ext cx="3868629" cy="6019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636068"/>
            <a:ext cx="237038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4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778943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Кирк Хэмметт — обложка «Master of Puppets»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643932"/>
            <a:ext cx="2280047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ХЭММЕТТ · СОЛО-ГИТАРА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853482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Учился у Джо Сатриани; соло на «Master of Puppets» разбирают в гитарных школах до сих пор.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48838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Компактный формат в капсуле. Пара к пластинке Ульриха: один и тот же альбом, подписанный двумя участниками.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462165"/>
            <a:ext cx="1570434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995565"/>
            <a:ext cx="9163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682032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26" y="549176"/>
            <a:ext cx="5987006" cy="5759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636068"/>
            <a:ext cx="2363837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5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778943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пластик барабана 30 см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643932"/>
            <a:ext cx="209490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УЛЬРИХ · БАРАБАНЩИК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853482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Основал группу по объявлению в газете, которое сам же и подал; за установкой Metallica с первого дня.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48838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Крупный пластик с логотипом группы и росчерком поперёк. Дом ставит такой пластик на настоящий малый барабан на стойке.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462165"/>
            <a:ext cx="157013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290 000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995565"/>
            <a:ext cx="92035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692747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90" y="1193899"/>
            <a:ext cx="5986877" cy="44702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646783"/>
            <a:ext cx="236711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6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789658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Джейсон Ньюстед — накладка гитары Stratocaster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654647"/>
            <a:ext cx="2673697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НЬЮСТЕД · БАСИСТ 1986–2001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864197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Пришёл в группу после гибели Клиффа Бёртона и отыграл пятнадцать лет — весь период от «...And Justice for All» до «S&amp;M».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745111"/>
            <a:ext cx="4699992" cy="61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Накладка подписана с датой. Пара к накладке Трухильо: два басиста группы рядом на одной стене.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451449"/>
            <a:ext cx="1578769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280 000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984849"/>
            <a:ext cx="92035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90" y="1193899"/>
            <a:ext cx="5986877" cy="44702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35996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7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пластик барабана Evans 25 см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209490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УЛЬРИХ · БАРАБАНЩИК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Evans — один из двух брендов, между которыми ударники делят весь мир; Ульрих играл на них десятилетиями.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Чистый белый пластик, росчерк по центру. Меньший диаметр — компактнее в раме, чем тридцатисантиметровый.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7013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9163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815828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61" y="455414"/>
            <a:ext cx="5986936" cy="59470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769864"/>
            <a:ext cx="236711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8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912739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пластик барабана Remo 25 см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777728"/>
            <a:ext cx="209490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УЛЬРИХ · БАРАБАНЩИК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987278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Remo — второй из этих двух брендов; красный пластик выпускался ограниченными сериями.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22179"/>
            <a:ext cx="4699992" cy="61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Красный пластик с чёрным росчерком — самый заметный из трёх барабанных лотов подборки.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328517"/>
            <a:ext cx="157013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861917"/>
            <a:ext cx="51941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94" y="1413421"/>
            <a:ext cx="5986869" cy="4031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36711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9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«Master of Puppets»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2593777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1986 · «MASTER OF PUPPETS»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Последний альбом, записанный с Клиффом Бёртоном: через полгода после выхода он погиб в аварии автобуса в Швеции.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Конверт с кладбищем крестов — обложка, которую в металле знают без подписи. Экземпляр полный, с самим винилом.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7013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9163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173" y="419100"/>
            <a:ext cx="4506712" cy="6019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46265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10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Роберт Трухильо — «Master of Puppets»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2593777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1986 · «MASTER OF PUPPETS»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Трухильо пришёл в группу через семнадцать лет после выхода этого альбома и играет его партии на каждом концерте.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Тот же альбом, третий автограф. Три экземпляра «Master of Puppets» с разными подписями собираются в один ряд на стене.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7013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92035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682032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70" y="1341388"/>
            <a:ext cx="5986918" cy="41752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636068"/>
            <a:ext cx="243408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11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778943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Роберт Трухильо — «Hardwired... to Self-Destruct»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643932"/>
            <a:ext cx="187270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2016 · «HARDWIRED»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853482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Первый альбом группы за восемь лет; вышел сразу на первое место в четырнадцати странах.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48838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Яркая обложка с искажённым лицом — самая современная вещь подборки. Росчерк по тёмному полю читается на просвет.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462165"/>
            <a:ext cx="154974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250 000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995565"/>
            <a:ext cx="92035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815828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54" y="948333"/>
            <a:ext cx="5986950" cy="4961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769864"/>
            <a:ext cx="245893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12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912739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фотография с автографом, 28×36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777728"/>
            <a:ext cx="155391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УЛЬРИХ · СЦЕНА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987278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Кадр за установкой в момент удара: то, ради чего на Metallica и ходят.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22179"/>
            <a:ext cx="4699992" cy="61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Крупный формат, живой сценический кадр. Самый доступный лот подборки и самый понятный в подарок.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328517"/>
            <a:ext cx="154721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220 000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861917"/>
            <a:ext cx="92035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682032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56" y="1283643"/>
            <a:ext cx="5986947" cy="42907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636068"/>
            <a:ext cx="246027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13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778943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Ларс Ульрих — обложка «Metallica»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643932"/>
            <a:ext cx="228942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1991 · «ЧЁРНЫЙ АЛЬБОМ»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853482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Альбом без названия, который все зовут «Чёрным»: обложка почти пустая, только тиснёный логотип и змея.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48838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Росчерк серебром по чёрному полю — единственное светлое пятно на обложке. Оформляется в раму с красным или угольным паспарту.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462165"/>
            <a:ext cx="154721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220 000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995565"/>
            <a:ext cx="9163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815828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54" y="419100"/>
            <a:ext cx="5553202" cy="6019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769864"/>
            <a:ext cx="2463998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УЧАСТНИКИ · 14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912739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Роберт Трухильо — фотография с автографом, 20×25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777728"/>
            <a:ext cx="176644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ТРУХИЛЬО · СЦЕНА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987278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Узнаваемая низкая стойка с басом почти у колен — его манера, которую ни с кем не спутать.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22179"/>
            <a:ext cx="4699992" cy="61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Самый доступный лот подборки. Небольшой формат, оформляется в раму с угольным паспарту.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328517"/>
            <a:ext cx="154468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190 000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861917"/>
            <a:ext cx="51941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34700" y="3369915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43951" y="2187327"/>
            <a:ext cx="171464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75"/>
              </a:lnSpc>
            </a:pPr>
            <a:r>
              <a:rPr sz="980" b="0" i="0" spc="33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DEPECHE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22271" y="2482602"/>
            <a:ext cx="2536329" cy="752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4437"/>
              </a:lnSpc>
            </a:pPr>
            <a:r>
              <a:rPr sz="43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Гаан и Гор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5116" y="3608040"/>
            <a:ext cx="5234434" cy="10816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640"/>
              </a:lnSpc>
            </a:pPr>
            <a:r>
              <a:rPr sz="165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Голос группы и её автор. Десять предметов — от дебютного «Speak &amp; Spell» 1981 года до «Memento Mori», записанного уже вдвоём.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14" y="419100"/>
            <a:ext cx="5967481" cy="6019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65926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1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Мартин Гор — «Speak &amp; Spell»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23577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1981 · ДЕБЮТНЫЙ АЛЬБОМ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Единственная пластинка, записанная с Винсом Кларком: он ушёл сразу после выхода, и писать песни начал Гор.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Конверт дебютника с росчерком автора всего, что группа выпустила позже. Точка, с которой начинается Depeche Mode как авторская группа.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9290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92035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94" y="419100"/>
            <a:ext cx="5811070" cy="6019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68426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2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«Black Celebration»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2576364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1986 · «BLACK CELEBRATION»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Альбом, на котором группа окончательно ушла в тёмное звучание и нашла интонацию, за которую её любят до сих пор.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Конверт с ночным городом и крупным росчерком по светлой части. Один из двух автографов Гаана на пластинке в подборке.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9290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51941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12" y="472083"/>
            <a:ext cx="5987034" cy="59136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68545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3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«Violator»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172447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1990 · «VIOLATOR»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Самый продаваемый альбом группы. На автограф-сессию в лос-анджелесском магазине пришло около двадцати тысяч человек, и полиция закрыла квартал.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Красная роза на сером поле — обложка, которую узнают без подписи. Росчерк идёт по нижней светлой части конверта.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9290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9163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682032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596" y="419100"/>
            <a:ext cx="4841717" cy="6019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636068"/>
            <a:ext cx="268917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4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778943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нотный лист «Enjoy the Silence»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643932"/>
            <a:ext cx="2533799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1990 · «ENJOY THE SILENCE»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853482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Гор принёс её как медленную балладу; Алан Уайлдер добавил ритм, и вещь стала главным синглом группы.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48838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Нотная запись с розой на полях и росчерком поверх. Пара к тексту «Personal Jesus»: две главные песни рядом.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462165"/>
            <a:ext cx="1592907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995565"/>
            <a:ext cx="92035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88" y="419100"/>
            <a:ext cx="4281332" cy="6019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682627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5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Мартин Гор — лист с текстом «Personal Jesus» и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231234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1989 · «PERSONAL JESUS»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Песня написана под впечатлением от книги Присциллы Пресли об Элвисе — о человеке, который становится для другого богом.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Отпечатанный текст песни с росчерком автора. Формат, который читается вблизи: гость подходит и разбирает строки.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7475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380 000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92035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815828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920" y="419249"/>
            <a:ext cx="4761070" cy="60195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769864"/>
            <a:ext cx="268590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6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912739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фотография с автографом, 28×36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777728"/>
            <a:ext cx="133439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ГААН · СЦЕНА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987278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Стойка с микрофоном на вытянутой руке — жест, который на концертах группы повторяет весь зал.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22179"/>
            <a:ext cx="4699992" cy="61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Крупный формат, тёмный кадр и светлый росчерк. Оформляется в тёмную раму с угольным паспарту.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328517"/>
            <a:ext cx="1566118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360 000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861917"/>
            <a:ext cx="9163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682032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47" y="475357"/>
            <a:ext cx="5986963" cy="59071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636068"/>
            <a:ext cx="267860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7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778943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Мартин Гор — «Memento Mori»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643932"/>
            <a:ext cx="219700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2023 · «MEMENTO MORI»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853482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Первый альбом после смерти Энди Флетчера; название придумали до того, как его не стало.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488382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Белые крылья на чёрном поле. Самая свежая пластинка подборки и единственная от дуэта, а не от трио.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462165"/>
            <a:ext cx="1545878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350 000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995565"/>
            <a:ext cx="9163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815828"/>
            <a:ext cx="19050" cy="682526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7" y="1065907"/>
            <a:ext cx="5987044" cy="4726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769864"/>
            <a:ext cx="268590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8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912739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фотография с автографом, 20×25 см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777728"/>
            <a:ext cx="1334393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ГААН · СЦЕНА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987278"/>
            <a:ext cx="4528542" cy="568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Кадр с фиолетовым сценическим светом — фирменная палитра туров группы двухтысячных.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22179"/>
            <a:ext cx="4699992" cy="6110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Компактный формат с ярким цветом. Под холодный кадр дом берёт синее замшевое паспарту.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328517"/>
            <a:ext cx="1543348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4861917"/>
            <a:ext cx="519410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JSA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14" y="419100"/>
            <a:ext cx="3868629" cy="60196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685901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9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Мартин Гор — «Violator»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1724471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1990 · «VIOLATOR»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Гор написал на этом альбоме «Personal Jesus» и «Enjoy the Silence» — две песни, которые группа с тех пор играет каждый концерт.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Компактный формат в капсуле. Пара к пластинке Гаана: один альбом, подписанный автором и голосом группы.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70434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9163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34808" y="2559100"/>
            <a:ext cx="19050" cy="928539"/>
          </a:xfrm>
          <a:prstGeom prst="rect">
            <a:avLst/>
          </a:prstGeom>
          <a:solidFill>
            <a:srgbClr val="A98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32" y="466427"/>
            <a:ext cx="5986994" cy="5925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96708" y="1513136"/>
            <a:ext cx="27813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DEPECHE MODE · 10 ИЗ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5758" y="1656011"/>
            <a:ext cx="4699992" cy="807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2"/>
              </a:lnSpc>
            </a:pPr>
            <a:r>
              <a:rPr sz="255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Дэйв Гаан — «Angels &amp; Ghosts» с The Soulsavers,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158" y="2521000"/>
            <a:ext cx="216470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sz="900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2015 · СОЛЬНАЯ РАБОТА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7208" y="2730550"/>
            <a:ext cx="4528542" cy="814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280" b="0" i="0">
                <a:solidFill>
                  <a:srgbClr val="3D3D3D"/>
                </a:solidFill>
                <a:latin typeface="Inter"/>
                <a:latin typeface="Inter"/>
                <a:ea typeface="Inter"/>
                <a:cs typeface="Inter"/>
              </a:rPr>
              <a:t>Записан вне группы, с британским дуэтом Soulsavers: другой материал, другой голос — ближе к госпелу, чем к синти-попу.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5758" y="3611463"/>
            <a:ext cx="4699992" cy="8785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6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Обложка с двойным портретом и росчерком поперёк. Показывает Гаана не как фронтмена, а как самостоятельного артиста.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6708" y="4585246"/>
            <a:ext cx="1570434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420"/>
              </a:lnSpc>
            </a:pPr>
            <a:r>
              <a:rPr sz="28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6708" y="5118646"/>
            <a:ext cx="916335" cy="219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40" b="0" i="0" spc="169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PSA/DNA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576" y="1434554"/>
            <a:ext cx="5034779" cy="3809851"/>
          </a:xfrm>
          <a:prstGeom prst="rect">
            <a:avLst/>
          </a:prstGeom>
        </p:spPr>
      </p:pic>
      <p:pic>
        <p:nvPicPr>
          <p:cNvPr id="4" name="Picture 3" descr="m0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969" y="1434554"/>
            <a:ext cx="4925494" cy="38098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0550" y="266700"/>
            <a:ext cx="3132981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80"/>
              </a:lnSpc>
            </a:pPr>
            <a:r>
              <a:rPr sz="24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Как мы отдаём подарок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88537" y="428625"/>
            <a:ext cx="226531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УПАКОВКА STARGIFT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9050" y="5831384"/>
            <a:ext cx="10223599" cy="10837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35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Каждый предмет уходит в фирменной упаковке дома: крафт-бумага с автографами великих, лента Stargift и плотный подарочный пакет. Оформленную работу привозим и вешаем сами.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0550" y="1811834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5550" y="1811834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0550" y="2442567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5550" y="2442567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0550" y="3073301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5550" y="3073301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0550" y="3520976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450" y="342900"/>
            <a:ext cx="2974777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МЕТАЛЛИКА · ВЕСЬ СОСТАВ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561975"/>
            <a:ext cx="2079575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30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 предметов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1304925"/>
            <a:ext cx="4172099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Пластик барабана с концерта 20 ноября 1991 года с автографами всех участников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5999" y="1257300"/>
            <a:ext cx="1180951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1 900 000 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6500" y="1304925"/>
            <a:ext cx="4172099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«Kill 'Em All» — конверт с автографами всех участников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0999" y="1257300"/>
            <a:ext cx="1180951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1 600 000 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1935659"/>
            <a:ext cx="4310955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Промо-фотография эпохи «Чёрного альбома» с автографами всех участников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4855" y="1888034"/>
            <a:ext cx="104209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950 000 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1935659"/>
            <a:ext cx="4296073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Накладка гитары Guitar Hero с автографами всех участников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4973" y="1888034"/>
            <a:ext cx="1056977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900 000 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450" y="2566392"/>
            <a:ext cx="4306937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Фотография с автографами всех участников, 20×25 см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2743" y="2518767"/>
            <a:ext cx="1034207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750 000 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0" y="2566392"/>
            <a:ext cx="4303961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Концертный билет 2009 года с автографами всех участников в капсуле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2861" y="2518767"/>
            <a:ext cx="1049089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700 000 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450" y="3197126"/>
            <a:ext cx="4308128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Фотография с автографами всех участников, 28×36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2566" y="3149501"/>
            <a:ext cx="1024384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0550" y="1811834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5550" y="1811834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0550" y="2442567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5550" y="2442567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0550" y="3073301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5550" y="3073301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0550" y="3704034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5550" y="3704034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0550" y="4151709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5550" y="4151709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0550" y="4782443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5550" y="4782443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0550" y="5230118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5550" y="5230118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2450" y="342900"/>
            <a:ext cx="280094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МЕТАЛЛИКА · УЧАСТНИКИ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450" y="561975"/>
            <a:ext cx="2214116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30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14 предметов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" y="1304925"/>
            <a:ext cx="4327178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Джеймс Хэтфилд — «Messengers. The Guitars of Metallica» с автографом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1078" y="1257300"/>
            <a:ext cx="1025872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350 000 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0" y="1304925"/>
            <a:ext cx="4328666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Роберт Трухильо — накладка гитары Stratocaster с автографом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67566" y="1257300"/>
            <a:ext cx="1024384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1935659"/>
            <a:ext cx="4312295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Джеймс Хэтфилд — автограф на логотипе группы в капсуле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6195" y="1888034"/>
            <a:ext cx="104075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6500" y="1935659"/>
            <a:ext cx="4312295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Кирк Хэмметт — обложка «Master of Puppets» с автографом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51195" y="1888034"/>
            <a:ext cx="104075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2450" y="2566392"/>
            <a:ext cx="4251275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пластик барабана 30 см с автографом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36344" y="2518767"/>
            <a:ext cx="104060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290 000 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6500" y="2566392"/>
            <a:ext cx="4307235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Джейсон Ньюстед — накладка гитары Stratocaster с автографом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6135" y="2518767"/>
            <a:ext cx="104581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280 000 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" y="3197126"/>
            <a:ext cx="4312444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пластик барабана Evans 25 см с автографом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36344" y="3149501"/>
            <a:ext cx="104060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6500" y="3197126"/>
            <a:ext cx="4312444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пластик барабана Remo 25 см с автографом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51344" y="3149501"/>
            <a:ext cx="104060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450" y="3827859"/>
            <a:ext cx="3914329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«Master of Puppets» с автографом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36344" y="3780234"/>
            <a:ext cx="104060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7450" y="3827859"/>
            <a:ext cx="4229249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Роберт Трухильо — «Master of Puppets» с автографом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51344" y="3780234"/>
            <a:ext cx="1040606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260 000 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1500" y="4275534"/>
            <a:ext cx="4324796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Роберт Трухильо — «Hardwired... to Self-Destruct» с автографом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8696" y="4227909"/>
            <a:ext cx="1028254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250 000 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7450" y="4275534"/>
            <a:ext cx="4119116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фотография с автографом, 28×36 см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65185" y="4227909"/>
            <a:ext cx="102676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220 000 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2450" y="4906268"/>
            <a:ext cx="3929955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Ларс Ульрих — обложка «Metallica» с автографом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50185" y="4858643"/>
            <a:ext cx="102676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220 000 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7450" y="4906268"/>
            <a:ext cx="4432697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Роберт Трухильо — фотография с автографом, 20×25 см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66673" y="4858643"/>
            <a:ext cx="1025277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190 000 ₽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0550" y="1628775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5550" y="1628775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0550" y="2259509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05550" y="2259509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0550" y="2890242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5550" y="2890242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0550" y="3337917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5550" y="3337917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0550" y="3968651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5550" y="3968651"/>
            <a:ext cx="52959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450" y="342900"/>
            <a:ext cx="1714649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75"/>
              </a:lnSpc>
            </a:pPr>
            <a:r>
              <a:rPr sz="980" b="0" i="0" spc="332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DEPECHE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561975"/>
            <a:ext cx="2224385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30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10 предметов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1304925"/>
            <a:ext cx="3508028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Мартин Гор — «Speak &amp; Spell» с автографом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2652" y="1257300"/>
            <a:ext cx="1054298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7450" y="1304925"/>
            <a:ext cx="3677841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«Black Celebration» с автографом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37652" y="1257300"/>
            <a:ext cx="1054298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450" y="1752600"/>
            <a:ext cx="2973735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«Violator» с автографом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2652" y="1704975"/>
            <a:ext cx="1054298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0" y="1752600"/>
            <a:ext cx="4298752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нотный лист «Enjoy the Silence» с автографом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37652" y="1704975"/>
            <a:ext cx="1054298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400 000 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2383334"/>
            <a:ext cx="4309616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Мартин Гор — лист с текстом «Personal Jesus» и автографом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3516" y="2335709"/>
            <a:ext cx="1043434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380 000 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7450" y="2383334"/>
            <a:ext cx="3936653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фотография с автографом, 28×36 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53725" y="2335709"/>
            <a:ext cx="103822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360 000 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2450" y="3014067"/>
            <a:ext cx="3570387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Мартин Гор — «Memento Mori» с автографом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1078" y="2966442"/>
            <a:ext cx="1025872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350 000 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7450" y="3014067"/>
            <a:ext cx="3935462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фотография с автографом, 20×25 см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67566" y="2966442"/>
            <a:ext cx="1024384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320 000 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2450" y="3461742"/>
            <a:ext cx="307464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Мартин Гор — «Violator» с автографом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36195" y="3414117"/>
            <a:ext cx="104075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6500" y="3461742"/>
            <a:ext cx="4312295" cy="4783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4"/>
              </a:lnSpc>
            </a:pPr>
            <a:r>
              <a:rPr sz="120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Дэйв Гаан — «Angels &amp; Ghosts» с The Soulsavers, с автографом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51195" y="3414117"/>
            <a:ext cx="1040755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70"/>
              </a:lnSpc>
            </a:pPr>
            <a:r>
              <a:rPr sz="172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300 000 ₽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15050"/>
            <a:ext cx="12192000" cy="9525"/>
          </a:xfrm>
          <a:prstGeom prst="rect">
            <a:avLst/>
          </a:prstGeom>
          <a:solidFill>
            <a:srgbClr val="3A3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778691"/>
            <a:ext cx="1704975" cy="12953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3378845"/>
            <a:ext cx="6454229" cy="10147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696"/>
              </a:lnSpc>
            </a:pPr>
            <a:r>
              <a:rPr sz="33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Металлика и Depeche Mode. Два состава, тридцать один предмет.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550" y="6315075"/>
            <a:ext cx="1358354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980" b="0" i="0" spc="234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STARGIFT.RU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