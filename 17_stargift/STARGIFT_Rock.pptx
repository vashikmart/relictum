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447" y="0"/>
            <a:ext cx="6330553" cy="6858000"/>
          </a:xfrm>
          <a:prstGeom prst="rect">
            <a:avLst/>
          </a:prstGeom>
        </p:spPr>
      </p:pic>
      <p:pic>
        <p:nvPicPr>
          <p:cNvPr id="4" name="Picture 3" descr="m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571511"/>
            <a:ext cx="1880592" cy="14287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2881610"/>
            <a:ext cx="3718768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ЧАСТНОЕ СОБРАНИЕ · РЕСТЛИНГ И КИНО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3129260"/>
            <a:ext cx="2172891" cy="1047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300"/>
              </a:lnSpc>
            </a:pPr>
            <a:r>
              <a:rPr sz="63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Скала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" y="4243685"/>
            <a:ext cx="3822502" cy="107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68"/>
              </a:lnSpc>
            </a:pPr>
            <a:r>
              <a:rPr sz="120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Дуэйн Джонсон — пятнадцать предметов от ринга до Голливуда: чемпионский пояс с двумя автографами, фотографии, журналы, фигурки в блистерах и карточки рукки-эпохи.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6143625"/>
            <a:ext cx="2347615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15 ПРЕДМЕТОВ · ИЮЛЬ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67651" y="6619429"/>
            <a:ext cx="3162449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8"/>
              </a:lnSpc>
            </a:pPr>
            <a:r>
              <a:rPr sz="640" b="0" i="0" spc="51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Schen · WrestleMania 29 · Wikimedia Commons · CC BY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958" y="419100"/>
            <a:ext cx="4495927" cy="60196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71543" y="1799183"/>
            <a:ext cx="1414462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ГЛАВНЫЙ ЛОТ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90593" y="2056358"/>
            <a:ext cx="4806107" cy="7218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42"/>
              </a:lnSpc>
            </a:pPr>
            <a:r>
              <a:rPr sz="22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Скала и Рик Флэр — чемпионский пояс WWE с двумя автографами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90593" y="2835325"/>
            <a:ext cx="4806107" cy="15281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7"/>
              </a:lnSpc>
            </a:pPr>
            <a:r>
              <a:rPr sz="116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Чемпионский пояс WWE с автографами Дуэйна «Скалы» Джонсона и Рика Флэра. Две эпохи рестлинга на одном титуле: десятикратный чемпион мира, ставший самым кассовым актёром Голливуда, — и «Природный парень», шестнадцатикратный чемпион, чья цифра 16x выведена рядом с подписью. Центральный предмет подборки.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71543" y="4458742"/>
            <a:ext cx="1296591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850 000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71543" y="4896892"/>
            <a:ext cx="472678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0"/>
              </a:lnSpc>
            </a:pPr>
            <a:r>
              <a:rPr sz="750" b="0" i="0" spc="16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576" y="695325"/>
            <a:ext cx="3343573" cy="4476750"/>
          </a:xfrm>
          <a:prstGeom prst="rect">
            <a:avLst/>
          </a:prstGeom>
        </p:spPr>
      </p:pic>
      <p:pic>
        <p:nvPicPr>
          <p:cNvPr id="4" name="Picture 3" descr="m0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51" y="695325"/>
            <a:ext cx="3343573" cy="4476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7700" y="228600"/>
            <a:ext cx="3300710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Две подписи на одном титуле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6636" y="361950"/>
            <a:ext cx="1230064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16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ГЛАВНЫЙ ЛОТ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63366" y="5286375"/>
            <a:ext cx="2255044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19"/>
              </a:lnSpc>
            </a:pPr>
            <a:r>
              <a:rPr sz="10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Подпись Скалы на ремне пояса.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51141" y="5286375"/>
            <a:ext cx="4338042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19"/>
              </a:lnSpc>
            </a:pPr>
            <a:r>
              <a:rPr sz="10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Подпись Рика Флэра с пометкой 16x — шестнадцать чемпионств.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476476"/>
            <a:ext cx="6667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2133451"/>
            <a:ext cx="2941439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80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РАЗДЕЛ ПЕРВЫЙ · 7 ПРЕДМЕТОВ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2409676"/>
            <a:ext cx="3623072" cy="8858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250"/>
              </a:lnSpc>
            </a:pPr>
            <a:r>
              <a:rPr sz="5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Фотографии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3771751"/>
            <a:ext cx="4528393" cy="9718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51"/>
              </a:lnSpc>
            </a:pPr>
            <a:r>
              <a:rPr sz="142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От промо Роки Майвии девяностых до Люка Хоббса — семь кадров с автографом, каждый со своей эпохой.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14495" y="6619429"/>
            <a:ext cx="3415605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8"/>
              </a:lnSpc>
            </a:pPr>
            <a:r>
              <a:rPr sz="640" b="0" i="0" spc="51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Simon Q · WrestleMania XXVIII · Wikimedia Commons · CC BY 2.0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555" y="695325"/>
            <a:ext cx="2347615" cy="3143250"/>
          </a:xfrm>
          <a:prstGeom prst="rect">
            <a:avLst/>
          </a:prstGeom>
        </p:spPr>
      </p:pic>
      <p:pic>
        <p:nvPicPr>
          <p:cNvPr id="4" name="Picture 3" descr="m0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830" y="695325"/>
            <a:ext cx="2347615" cy="3143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7700" y="228600"/>
            <a:ext cx="2422773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Форсаж · Люк Хоббс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3692" y="361950"/>
            <a:ext cx="1923008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16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ФОТОГРАФИИ · 1–2 ИЗ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0384" y="3971925"/>
            <a:ext cx="3301008" cy="5402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27"/>
              </a:lnSpc>
            </a:pPr>
            <a:r>
              <a:rPr sz="15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Скала — фотография «Форсаж-5» с автографом (портрет)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7322" y="4512171"/>
            <a:ext cx="4187130" cy="654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19"/>
              </a:lnSpc>
            </a:pPr>
            <a:r>
              <a:rPr sz="10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Фотография 28×36 см с автографом: агент Люк Хоббс. Роль, которая сделала Джонсона центром главной автомобильной саги кино и принесла франшизе новые миллиарды.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146" y="5186065"/>
            <a:ext cx="1005334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80"/>
              </a:lnSpc>
            </a:pPr>
            <a:r>
              <a:rPr sz="16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260 000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357" y="5490865"/>
            <a:ext cx="767060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2"/>
              </a:lnSpc>
            </a:pPr>
            <a:r>
              <a:rPr sz="710" b="0" i="0" spc="142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659" y="3971925"/>
            <a:ext cx="3301008" cy="5402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27"/>
              </a:lnSpc>
            </a:pPr>
            <a:r>
              <a:rPr sz="15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Скала — фотография «Форсаж-5» с автографом (в снаряжении)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6597" y="4512171"/>
            <a:ext cx="4187130" cy="654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19"/>
              </a:lnSpc>
            </a:pPr>
            <a:r>
              <a:rPr sz="10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Фотография 28×36 см с автографом: Хоббс в полном тактическом снаряжении в джунглях Рио. Второй кадр той же роли — для тех, кто собирает пару.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7421" y="5186065"/>
            <a:ext cx="1005334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80"/>
              </a:lnSpc>
            </a:pPr>
            <a:r>
              <a:rPr sz="16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260 000 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2604" y="5490865"/>
            <a:ext cx="455116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2"/>
              </a:lnSpc>
            </a:pPr>
            <a:r>
              <a:rPr sz="710" b="0" i="0" spc="142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555" y="695325"/>
            <a:ext cx="2347615" cy="3143250"/>
          </a:xfrm>
          <a:prstGeom prst="rect">
            <a:avLst/>
          </a:prstGeom>
        </p:spPr>
      </p:pic>
      <p:pic>
        <p:nvPicPr>
          <p:cNvPr id="4" name="Picture 3" descr="m0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830" y="695325"/>
            <a:ext cx="2347615" cy="3143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7700" y="228600"/>
            <a:ext cx="4042767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Большой формат и ранний автограф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47200" y="361950"/>
            <a:ext cx="19495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16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ФОТОГРАФИИ · 3–4 ИЗ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0384" y="3971925"/>
            <a:ext cx="3301008" cy="5402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27"/>
              </a:lnSpc>
            </a:pPr>
            <a:r>
              <a:rPr sz="15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Скала — фотография 28×36 см с автографом (пустыня)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7322" y="4512171"/>
            <a:ext cx="4187130" cy="654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19"/>
              </a:lnSpc>
            </a:pPr>
            <a:r>
              <a:rPr sz="10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Кинокадр в пустыне — фотография 28×36 см с автографом и полным письмом JSA. Большой формат и редкий сюжет вне ринга.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146" y="5186065"/>
            <a:ext cx="1005334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80"/>
              </a:lnSpc>
            </a:pPr>
            <a:r>
              <a:rPr sz="16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260 000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329" y="5490865"/>
            <a:ext cx="455116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2"/>
              </a:lnSpc>
            </a:pPr>
            <a:r>
              <a:rPr sz="710" b="0" i="0" spc="142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659" y="3971925"/>
            <a:ext cx="3301008" cy="5402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27"/>
              </a:lnSpc>
            </a:pPr>
            <a:r>
              <a:rPr sz="15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Скала — ранняя фотография с автографом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6597" y="4512171"/>
            <a:ext cx="4187130" cy="654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19"/>
              </a:lnSpc>
            </a:pPr>
            <a:r>
              <a:rPr sz="10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Ранний портрет с автографом, заверенный ещё первым поколением экспертизы PSA/DNA. Улыбка человека, который уже знает, что станет самым узнаваемым лицом планеты.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4118" y="5186065"/>
            <a:ext cx="992088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80"/>
              </a:lnSpc>
            </a:pPr>
            <a:r>
              <a:rPr sz="16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220 000 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8121" y="5490865"/>
            <a:ext cx="763935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2"/>
              </a:lnSpc>
            </a:pPr>
            <a:r>
              <a:rPr sz="710" b="0" i="0" spc="142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555" y="695325"/>
            <a:ext cx="2347615" cy="3143250"/>
          </a:xfrm>
          <a:prstGeom prst="rect">
            <a:avLst/>
          </a:prstGeom>
        </p:spPr>
      </p:pic>
      <p:pic>
        <p:nvPicPr>
          <p:cNvPr id="4" name="Picture 3" descr="m0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830" y="695325"/>
            <a:ext cx="2347615" cy="3143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7700" y="228600"/>
            <a:ext cx="1808262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Эпоха Attitude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2558" y="361950"/>
            <a:ext cx="1944142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16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ФОТОГРАФИИ · 5–6 ИЗ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0384" y="3971925"/>
            <a:ext cx="3301008" cy="5402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27"/>
              </a:lnSpc>
            </a:pPr>
            <a:r>
              <a:rPr sz="15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Скала — фотография «The People's Champ» с автографом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7322" y="4512171"/>
            <a:ext cx="4187130" cy="847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19"/>
              </a:lnSpc>
            </a:pPr>
            <a:r>
              <a:rPr sz="10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Промо-фотография WWF конца девяностых: Роки Майвия — под этим именем Джонсон дебютировал в 1996-м — с интерконтинентальным титулом на плече. Ранний формат, с которого началась легенда.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4843" y="5378946"/>
            <a:ext cx="992088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80"/>
              </a:lnSpc>
            </a:pPr>
            <a:r>
              <a:rPr sz="16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220 000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329" y="5683746"/>
            <a:ext cx="455116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2"/>
              </a:lnSpc>
            </a:pPr>
            <a:r>
              <a:rPr sz="710" b="0" i="0" spc="142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659" y="3971925"/>
            <a:ext cx="3301008" cy="5402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27"/>
              </a:lnSpc>
            </a:pPr>
            <a:r>
              <a:rPr sz="15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Скала — фотография WWE 1990-х с автографом, в капсуле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6597" y="4512171"/>
            <a:ext cx="4187130" cy="654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19"/>
              </a:lnSpc>
            </a:pPr>
            <a:r>
              <a:rPr sz="10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Коллаж эпохи Attitude в защитной капсуле: молодой Рок в деле — броски, титул, кураж конца девяностых. Подпись серебром поверх тёмного кадра.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4118" y="5186065"/>
            <a:ext cx="992088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80"/>
              </a:lnSpc>
            </a:pPr>
            <a:r>
              <a:rPr sz="16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220 000 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8121" y="5490865"/>
            <a:ext cx="763935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2"/>
              </a:lnSpc>
            </a:pPr>
            <a:r>
              <a:rPr sz="710" b="0" i="0" spc="142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958" y="419100"/>
            <a:ext cx="4495927" cy="60196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71543" y="2041178"/>
            <a:ext cx="3340596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ФОТОГРАФИИ И АВТОГРАФЫ · 7 ИЗ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90593" y="2298353"/>
            <a:ext cx="4806107" cy="7218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42"/>
              </a:lnSpc>
            </a:pPr>
            <a:r>
              <a:rPr sz="22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Скала — автограф «The Rock» в капсуле, двойная экспертиза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90593" y="3077319"/>
            <a:ext cx="4806107" cy="104417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7"/>
              </a:lnSpc>
            </a:pPr>
            <a:r>
              <a:rPr sz="116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Крупный росчерк «The Rock» синим маркером в защитной капсуле — редкий случай, когда один автограф прошёл две независимые экспертизы сразу. Чистая каллиграфия имени, которое знает мир.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71543" y="4216747"/>
            <a:ext cx="1271588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250 000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71543" y="4654897"/>
            <a:ext cx="1564928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0"/>
              </a:lnSpc>
            </a:pPr>
            <a:r>
              <a:rPr sz="750" b="0" i="0" spc="16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 + BECKETT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53750" y="3358902"/>
            <a:ext cx="6667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68433" y="1692027"/>
            <a:ext cx="2309217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25"/>
              </a:lnSpc>
            </a:pPr>
            <a:r>
              <a:rPr sz="819" b="0" i="0" spc="24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ОТ РИНГА ДО ГОЛЛИВУДА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5959" y="2044452"/>
            <a:ext cx="3982641" cy="1104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4050"/>
              </a:lnSpc>
            </a:pPr>
            <a:r>
              <a:rPr sz="40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Самое узнаваемое имя планеты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53746" y="3616077"/>
            <a:ext cx="4304854" cy="15689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2351"/>
              </a:lnSpc>
            </a:pPr>
            <a:r>
              <a:rPr sz="142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Десятикратный чемпион мира по версиям WWE и WCW, затем — многолетний лидер списков самых кассовых актёров. Вещи Скалы работают сразу в двух коллекционных мирах: рестлинга и большого кино.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81232" y="6619429"/>
            <a:ext cx="2848868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8"/>
              </a:lnSpc>
            </a:pPr>
            <a:r>
              <a:rPr sz="640" b="0" i="0" spc="51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Harald Krichel · Wikimedia Commons · CC BY-SA 4.0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555" y="695325"/>
            <a:ext cx="2347615" cy="3143250"/>
          </a:xfrm>
          <a:prstGeom prst="rect">
            <a:avLst/>
          </a:prstGeom>
        </p:spPr>
      </p:pic>
      <p:pic>
        <p:nvPicPr>
          <p:cNvPr id="4" name="Picture 3" descr="m0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830" y="695325"/>
            <a:ext cx="2347615" cy="3143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7700" y="228600"/>
            <a:ext cx="2945457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Rolling Stone · 2000 и 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290" y="361950"/>
            <a:ext cx="151641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16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ПЕЧАТЬ · 1–2 ИЗ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0384" y="3971925"/>
            <a:ext cx="3301008" cy="5402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27"/>
              </a:lnSpc>
            </a:pPr>
            <a:r>
              <a:rPr sz="15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Скала — журнал Rolling Stone 2000 года с автографом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7322" y="4512171"/>
            <a:ext cx="4187130" cy="654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19"/>
              </a:lnSpc>
            </a:pPr>
            <a:r>
              <a:rPr sz="10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Rolling Stone весны 2000 года с автографом на обложке: «What Makes the Rock Hard» — момент, когда рестлер впервые стал обложкой главного музыкального журнала планеты.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146" y="5186065"/>
            <a:ext cx="1005334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80"/>
              </a:lnSpc>
            </a:pPr>
            <a:r>
              <a:rPr sz="16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260 000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8846" y="5490865"/>
            <a:ext cx="763935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2"/>
              </a:lnSpc>
            </a:pPr>
            <a:r>
              <a:rPr sz="710" b="0" i="0" spc="142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659" y="3971925"/>
            <a:ext cx="3301008" cy="5402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27"/>
              </a:lnSpc>
            </a:pPr>
            <a:r>
              <a:rPr sz="15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Скала — журнал Rolling Stone 2018 года с автографом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6597" y="4512171"/>
            <a:ext cx="4187130" cy="847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19"/>
              </a:lnSpc>
            </a:pPr>
            <a:r>
              <a:rPr sz="10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Rolling Stone 2018 года с автографом: «Dwayne's World» — разворотная история о том, как самый занятой человек Голливуда устроен изнутри. Подпись поверх собственного портрета за рулём.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3374" y="5378946"/>
            <a:ext cx="993577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80"/>
              </a:lnSpc>
            </a:pPr>
            <a:r>
              <a:rPr sz="16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250 000 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8121" y="5683746"/>
            <a:ext cx="763935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2"/>
              </a:lnSpc>
            </a:pPr>
            <a:r>
              <a:rPr sz="710" b="0" i="0" spc="142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PSA/DNA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958" y="419100"/>
            <a:ext cx="4495927" cy="60196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71543" y="2162175"/>
            <a:ext cx="1631305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ПЕЧАТЬ · 3 ИЗ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90593" y="2419350"/>
            <a:ext cx="4806107" cy="7218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42"/>
              </a:lnSpc>
            </a:pPr>
            <a:r>
              <a:rPr sz="22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Скала — постер «Царь скорпионов» Nintendo Power с автографом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90593" y="3198316"/>
            <a:ext cx="4806107" cy="802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7"/>
              </a:lnSpc>
            </a:pPr>
            <a:r>
              <a:rPr sz="116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Двусторонний постер Nintendo Power к «Царю скорпионов» — с автографом. Первая главная роль Джонсона в кино и игровая эпоха начала нулевых в одном предмете.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71543" y="4095750"/>
            <a:ext cx="1291084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200 000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71543" y="4533900"/>
            <a:ext cx="479227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0"/>
              </a:lnSpc>
            </a:pPr>
            <a:r>
              <a:rPr sz="750" b="0" i="0" spc="16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555" y="695325"/>
            <a:ext cx="2347615" cy="3143250"/>
          </a:xfrm>
          <a:prstGeom prst="rect">
            <a:avLst/>
          </a:prstGeom>
        </p:spPr>
      </p:pic>
      <p:pic>
        <p:nvPicPr>
          <p:cNvPr id="4" name="Picture 3" descr="m0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830" y="695325"/>
            <a:ext cx="2347615" cy="3143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7700" y="228600"/>
            <a:ext cx="2419052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Фигурки в блистерах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63758" y="361950"/>
            <a:ext cx="1632942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16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ФИГУРКИ · 1–2 ИЗ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0384" y="3971925"/>
            <a:ext cx="3301008" cy="5402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27"/>
              </a:lnSpc>
            </a:pPr>
            <a:r>
              <a:rPr sz="15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Скала — фигурка Jakks WrestleMania XV в блистере с автографом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7322" y="4512171"/>
            <a:ext cx="4187130" cy="847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19"/>
              </a:lnSpc>
            </a:pPr>
            <a:r>
              <a:rPr sz="10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Фигурка Jakks Pacific серии WrestleMania XV в оригинальном нераспечатанном блистере — с автографом. WrestleMania XV, 1999 год: первый мейн-ивент Рока против Остина. Игрушка эпохи, подписанная её героем.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146" y="5378946"/>
            <a:ext cx="1005483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80"/>
              </a:lnSpc>
            </a:pPr>
            <a:r>
              <a:rPr sz="16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329" y="5683746"/>
            <a:ext cx="455116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2"/>
              </a:lnSpc>
            </a:pPr>
            <a:r>
              <a:rPr sz="710" b="0" i="0" spc="142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659" y="3971925"/>
            <a:ext cx="3301008" cy="5402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27"/>
              </a:lnSpc>
            </a:pPr>
            <a:r>
              <a:rPr sz="15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Скала — фигурка WWF в блистере с автографом, полное письмо PSA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6597" y="4512171"/>
            <a:ext cx="4187130" cy="847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19"/>
              </a:lnSpc>
            </a:pPr>
            <a:r>
              <a:rPr sz="10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Фигурка WWF конца девяностых в блистере — с автографом и полным письмом PSA. Второй вариант формата «игрушка с подписью» — для витрины или детской коллекции, которая переживёт поколения.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5040" y="5378946"/>
            <a:ext cx="1010245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80"/>
              </a:lnSpc>
            </a:pPr>
            <a:r>
              <a:rPr sz="16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280 000 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9479" y="5683746"/>
            <a:ext cx="461218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2"/>
              </a:lnSpc>
            </a:pPr>
            <a:r>
              <a:rPr sz="710" b="0" i="0" spc="142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555" y="695325"/>
            <a:ext cx="2347615" cy="3143250"/>
          </a:xfrm>
          <a:prstGeom prst="rect">
            <a:avLst/>
          </a:prstGeom>
        </p:spPr>
      </p:pic>
      <p:pic>
        <p:nvPicPr>
          <p:cNvPr id="4" name="Picture 3" descr="m0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830" y="695325"/>
            <a:ext cx="2347615" cy="3143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7700" y="228600"/>
            <a:ext cx="2679948" cy="3905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30"/>
              </a:lnSpc>
            </a:pPr>
            <a:r>
              <a:rPr sz="20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Карточки с автографом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82795" y="361950"/>
            <a:ext cx="1713905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16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РАРИТЕТЫ · 1–2 ИЗ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0384" y="3971925"/>
            <a:ext cx="3301008" cy="5402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27"/>
              </a:lnSpc>
            </a:pPr>
            <a:r>
              <a:rPr sz="15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Скала — карточка Duocards 1998 года с автографом, в слабе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7322" y="4512171"/>
            <a:ext cx="4187130" cy="8477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19"/>
              </a:lnSpc>
            </a:pPr>
            <a:r>
              <a:rPr sz="10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Карточка Duocards 1998 года с автографом — в слабе Beckett. Рукки-эпоха: первые массовые карточки Рока, подписанные экземпляры которых рынок разбирает быстрее всего. Топ-позиция среди карточек подборки.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1598" y="5378946"/>
            <a:ext cx="1018431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80"/>
              </a:lnSpc>
            </a:pPr>
            <a:r>
              <a:rPr sz="16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400 000 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4923" y="5683746"/>
            <a:ext cx="1151930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2"/>
              </a:lnSpc>
            </a:pPr>
            <a:r>
              <a:rPr sz="710" b="0" i="0" spc="142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 (BGS)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659" y="3971925"/>
            <a:ext cx="3301008" cy="5402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27"/>
              </a:lnSpc>
            </a:pPr>
            <a:r>
              <a:rPr sz="15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Скала — карточка Topps WWE 2012 года с автографом, в капсуле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6597" y="4512171"/>
            <a:ext cx="4187130" cy="6548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19"/>
              </a:lnSpc>
            </a:pPr>
            <a:r>
              <a:rPr sz="101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Карточка Topps WWE 2012 года с автографом на карте — в капсуле PSA. Эпоха великого возвращения: Рок против Джона Сины на двух WrestleMania подряд.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7421" y="5186065"/>
            <a:ext cx="1005483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80"/>
              </a:lnSpc>
            </a:pPr>
            <a:r>
              <a:rPr sz="16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9479" y="5490865"/>
            <a:ext cx="461218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2"/>
              </a:lnSpc>
            </a:pPr>
            <a:r>
              <a:rPr sz="710" b="0" i="0" spc="142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PSA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06" y="1181100"/>
            <a:ext cx="5538276" cy="4190851"/>
          </a:xfrm>
          <a:prstGeom prst="rect">
            <a:avLst/>
          </a:prstGeom>
        </p:spPr>
      </p:pic>
      <p:pic>
        <p:nvPicPr>
          <p:cNvPr id="4" name="Picture 3" descr="m02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245" y="1469678"/>
            <a:ext cx="4671898" cy="36136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7700" y="266700"/>
            <a:ext cx="2769840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1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Как мы отдаём подарок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94106" y="409575"/>
            <a:ext cx="1702594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16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УПАКОВКА STARGIFT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9050" y="6057900"/>
            <a:ext cx="8882062" cy="857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12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Каждый предмет уходит в фирменной упаковке дома: крафт-бумага с автографами великих, лента Stargift и плотный подарочный пакет. Подарок можно вручать сразу — прямо из рук в руки.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8650" y="1524000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8650" y="1885950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8650" y="2247900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8650" y="2609850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8650" y="2971800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650" y="3333750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8650" y="3695700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650" y="4057650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650" y="4419600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8650" y="4781550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650" y="5143500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8650" y="5505450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8650" y="5867400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650" y="6229350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650" y="6591300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0550" y="342900"/>
            <a:ext cx="2009775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ПОДБОРКА ЦЕЛИКОМ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550" y="533400"/>
            <a:ext cx="2296864" cy="561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</a:pPr>
            <a:r>
              <a:rPr sz="31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15 предметов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550" y="1257300"/>
            <a:ext cx="4602807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Скала и Рик Флэр — чемпионский пояс WWE с двумя автографами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48826" y="1219200"/>
            <a:ext cx="905024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850 000 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550" y="1619250"/>
            <a:ext cx="4175968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Скала — карточка Duocards 1998 года с автографом, в слабе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43022" y="1581150"/>
            <a:ext cx="910828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400 000 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550" y="1981200"/>
            <a:ext cx="4501902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Скала — фигурка Jakks WrestleMania XV в блистере с автографом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4333" y="1943100"/>
            <a:ext cx="899517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550" y="2343150"/>
            <a:ext cx="4477494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Скала — карточка Topps WWE 2012 года с автографом, в капсуле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54333" y="2305050"/>
            <a:ext cx="899517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300 000 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550" y="2705100"/>
            <a:ext cx="4747320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Скала — фигурка WWF в блистере с автографом, полное письмо PSA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0166" y="2667000"/>
            <a:ext cx="903684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280 000 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0550" y="3067050"/>
            <a:ext cx="3977432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Скала — фотография «Форсаж-5» с автографом (портрет)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54482" y="3028950"/>
            <a:ext cx="899368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260 000 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550" y="3429000"/>
            <a:ext cx="4365427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Скала — фотография «Форсаж-5» с автографом (в снаряжении)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54482" y="3390900"/>
            <a:ext cx="899368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260 000 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0550" y="3790950"/>
            <a:ext cx="3815060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Скала — фотография 28×36 см с автографом (пустыня)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4482" y="3752850"/>
            <a:ext cx="899368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260 000 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0550" y="4152900"/>
            <a:ext cx="3765054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Скала — журнал Rolling Stone 2000 года с автографом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54482" y="4114800"/>
            <a:ext cx="899368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260 000 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0550" y="4514850"/>
            <a:ext cx="4214366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Скала — автограф «The Rock» в капсуле, двойная экспертиза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64602" y="4476750"/>
            <a:ext cx="889248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250 000 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0550" y="4876800"/>
            <a:ext cx="3734246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Скала — журнал Rolling Stone 2018 года с автографом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64602" y="4838700"/>
            <a:ext cx="889248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250 000 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0550" y="5238750"/>
            <a:ext cx="4038749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Скала — фотография WWE 1990-х с автографом, в капсуле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65941" y="5200650"/>
            <a:ext cx="887909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220 000 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0550" y="5600700"/>
            <a:ext cx="3971776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Скала — фотография «The People's Champ» с автографом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65941" y="5562600"/>
            <a:ext cx="887909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220 000 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0550" y="5962650"/>
            <a:ext cx="2989659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Скала — ранняя фотография с автографом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65941" y="5924550"/>
            <a:ext cx="887909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220 000 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0550" y="6324600"/>
            <a:ext cx="4522887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Скала — постер «Царь скорпионов» Nintendo Power с автографом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52249" y="6286500"/>
            <a:ext cx="901601" cy="2952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10"/>
              </a:lnSpc>
            </a:pPr>
            <a:r>
              <a:rPr sz="142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200 000 ₽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15050"/>
            <a:ext cx="12192000" cy="9525"/>
          </a:xfrm>
          <a:prstGeom prst="rect">
            <a:avLst/>
          </a:prstGeom>
          <a:solidFill>
            <a:srgbClr val="3A3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14079"/>
            <a:ext cx="1830437" cy="139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50" y="3547616"/>
            <a:ext cx="6454229" cy="15344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28"/>
              </a:lnSpc>
            </a:pPr>
            <a:r>
              <a:rPr sz="33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Скала. Пятнадцать предметов человека, который построил две легенды.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6334125"/>
            <a:ext cx="1184672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819" b="0" i="0" spc="198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STARGIFT.RU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