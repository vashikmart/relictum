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15509" cy="6858000"/>
          </a:xfrm>
          <a:prstGeom prst="rect">
            <a:avLst/>
          </a:prstGeom>
        </p:spPr>
      </p:pic>
      <p:pic>
        <p:nvPicPr>
          <p:cNvPr id="4" name="Picture 3" descr="m002.jpg"/>
          <p:cNvPicPr>
            <a:picLocks noChangeAspect="1"/>
          </p:cNvPicPr>
          <p:nvPr/>
        </p:nvPicPr>
        <p:blipFill>
          <a:blip r:embed="rId3"/>
          <a:srcRect t="2528" b="11516"/>
          <a:stretch>
            <a:fillRect/>
          </a:stretch>
        </p:blipFill>
        <p:spPr>
          <a:xfrm>
            <a:off x="6215509" y="0"/>
            <a:ext cx="5976491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14350" y="2664023"/>
            <a:ext cx="5205859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 · КОЛЛЕКЦИЯ АВТОГРАФОВ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350" y="2978348"/>
            <a:ext cx="5205859" cy="17189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68"/>
              </a:lnSpc>
            </a:pPr>
            <a:r>
              <a:rPr sz="66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Лионель</a:t>
            </a:r>
          </a:p>
          <a:p>
            <a:pPr algn="l">
              <a:lnSpc>
                <a:spcPts val="6468"/>
              </a:lnSpc>
            </a:pPr>
            <a:r>
              <a:rPr sz="66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Месси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" y="4887813"/>
            <a:ext cx="4257824" cy="8776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4"/>
              </a:lnSpc>
            </a:pPr>
            <a:r>
              <a:rPr sz="1280" b="0" i="0">
                <a:solidFill>
                  <a:srgbClr val="B8B2A6"/>
                </a:solidFill>
                <a:latin typeface="Inter"/>
                <a:latin typeface="Inter"/>
                <a:ea typeface="Inter"/>
                <a:cs typeface="Inter"/>
              </a:rPr>
              <a:t>Восемь «Золотых мячей», чемпион мира 2022 года, лучший бомбардир в истории «Барселоны» и сборной Аргентины.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350" y="6162526"/>
            <a:ext cx="5205859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98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ВОСЕМЬ ПРЕДМЕТОВ · ИЮЛЬ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7029" y="6619429"/>
            <a:ext cx="1800671" cy="1814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Wikimedia Commons · CC BY 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2625" y="3524101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68392" y="2085826"/>
            <a:ext cx="1274266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25"/>
              </a:lnSpc>
            </a:pPr>
            <a:r>
              <a:rPr sz="819" b="0" i="0" spc="280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ГЛАВА ПЕРВАЯ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58742" y="2438251"/>
            <a:ext cx="3293566" cy="819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850"/>
              </a:lnSpc>
            </a:pPr>
            <a:r>
              <a:rPr sz="58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Аргентина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5" y="3838426"/>
            <a:ext cx="5067300" cy="971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Сборная, с которой Месси прошёл путь от первого вызова до золота чемпионата мира: футболка, мяч, бутса и кубок.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912" y="361950"/>
            <a:ext cx="3206626" cy="3847951"/>
          </a:xfrm>
          <a:prstGeom prst="rect">
            <a:avLst/>
          </a:prstGeom>
        </p:spPr>
      </p:pic>
      <p:pic>
        <p:nvPicPr>
          <p:cNvPr id="4" name="Picture 3" descr="m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3725" y="361950"/>
            <a:ext cx="3848100" cy="3848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502" y="4343400"/>
            <a:ext cx="3010346" cy="890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138"/>
              </a:lnSpc>
            </a:pPr>
            <a:r>
              <a:rPr sz="18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Лионель Месси — именная футболка сборной Аргентины с 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740" y="5253038"/>
            <a:ext cx="4251871" cy="9911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2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За сборную Аргентины Месси провёл больше матчей и забил больше голов, чем любой другой игрок в её истории. Именная домашняя футболка с номером 10 и фамилией MESSI, автограф на груди.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7025" y="6282333"/>
            <a:ext cx="933301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50"/>
              </a:lnSpc>
            </a:pPr>
            <a:r>
              <a:rPr sz="18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650 000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945" y="6644283"/>
            <a:ext cx="595610" cy="166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2052" y="4343400"/>
            <a:ext cx="3010346" cy="890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138"/>
              </a:lnSpc>
            </a:pPr>
            <a:r>
              <a:rPr sz="18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Лионель Месси — мяч чемпионата мира 2022 с автографом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1290" y="5253038"/>
            <a:ext cx="4251871" cy="9911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2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Катар‑2022 — турнир, на котором Аргентина взяла золото, а Месси был признан лучшим игроком. Официальный мяч того чемпионата мира с его автографом.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7747" y="6282333"/>
            <a:ext cx="938957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50"/>
              </a:lnSpc>
            </a:pPr>
            <a:r>
              <a:rPr sz="18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850 000 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9495" y="6644283"/>
            <a:ext cx="595610" cy="166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77658" y="979289"/>
            <a:ext cx="4642842" cy="9525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77658" y="3217664"/>
            <a:ext cx="4642842" cy="9525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77658" y="979289"/>
            <a:ext cx="9525" cy="2247900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0975" y="979289"/>
            <a:ext cx="9525" cy="2247900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43" y="1346895"/>
            <a:ext cx="5948873" cy="4164211"/>
          </a:xfrm>
          <a:prstGeom prst="rect">
            <a:avLst/>
          </a:prstGeom>
        </p:spPr>
      </p:pic>
      <p:pic>
        <p:nvPicPr>
          <p:cNvPr id="8" name="Picture 7" descr="m006.jpg"/>
          <p:cNvPicPr>
            <a:picLocks noChangeAspect="1"/>
          </p:cNvPicPr>
          <p:nvPr/>
        </p:nvPicPr>
        <p:blipFill>
          <a:blip r:embed="rId3"/>
          <a:srcRect l="4819" r="4819"/>
          <a:stretch>
            <a:fillRect/>
          </a:stretch>
        </p:blipFill>
        <p:spPr>
          <a:xfrm>
            <a:off x="6977658" y="979289"/>
            <a:ext cx="4642842" cy="2247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8608" y="3293864"/>
            <a:ext cx="469999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50" b="0" i="0" spc="120">
                <a:solidFill>
                  <a:srgbClr val="A09A90"/>
                </a:solidFill>
                <a:latin typeface="Inter"/>
                <a:latin typeface="Inter"/>
                <a:ea typeface="Inter"/>
                <a:cs typeface="Inter"/>
              </a:rPr>
              <a:t>АВТОГРАФ КРУПНО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8608" y="3655814"/>
            <a:ext cx="4699992" cy="72568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8"/>
              </a:lnSpc>
            </a:pPr>
            <a:r>
              <a:rPr sz="23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Лионель Месси — бутса с автографом (Аргентина)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8608" y="4419600"/>
            <a:ext cx="4699992" cy="830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Бутса — вещь личного обихода игрока, она ближе к нему, чем любая футболка. Оранжевая adidas в цветах эпохи сборной Аргентины, автограф нанесён на борт.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608" y="5326112"/>
            <a:ext cx="4699992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600 000 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608" y="5764262"/>
            <a:ext cx="4699992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13599" y="4278362"/>
            <a:ext cx="5187851" cy="9525"/>
          </a:xfrm>
          <a:prstGeom prst="rect">
            <a:avLst/>
          </a:prstGeom>
          <a:solidFill>
            <a:srgbClr val="423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7.jpg"/>
          <p:cNvPicPr>
            <a:picLocks noChangeAspect="1"/>
          </p:cNvPicPr>
          <p:nvPr/>
        </p:nvPicPr>
        <p:blipFill>
          <a:blip r:embed="rId2"/>
          <a:srcRect t="5498" b="7593"/>
          <a:stretch>
            <a:fillRect/>
          </a:stretch>
        </p:blipFill>
        <p:spPr>
          <a:xfrm>
            <a:off x="0" y="0"/>
            <a:ext cx="591829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94549" y="1617613"/>
            <a:ext cx="5245001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АРГЕНТИНА · ЦЕНТРАЛЬНЫЙ ЭКСПОНАТ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4549" y="1893838"/>
            <a:ext cx="5245001" cy="8837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80"/>
              </a:lnSpc>
            </a:pPr>
            <a:r>
              <a:rPr sz="30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Лионель Месси — реплика кубка чемпионата мира с автографом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4549" y="2910929"/>
            <a:ext cx="4257824" cy="117693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7"/>
              </a:lnSpc>
            </a:pPr>
            <a:r>
              <a:rPr sz="1280" b="0" i="0">
                <a:solidFill>
                  <a:srgbClr val="C3BDB1"/>
                </a:solidFill>
                <a:latin typeface="Inter"/>
                <a:latin typeface="Inter"/>
                <a:ea typeface="Inter"/>
                <a:cs typeface="Inter"/>
              </a:rPr>
              <a:t>В декабре 2022 года Месси поднял над головой кубок мира — единственный трофей, которого не хватало в его карьере. Полноразмерная реплика кубка FIFA, автограф на золотом глобусе.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4549" y="4516487"/>
            <a:ext cx="5245001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1 000 000 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4549" y="5107037"/>
            <a:ext cx="5245001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514576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" y="2114401"/>
            <a:ext cx="1110615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80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ГЛАВА ВТОРАЯ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447776"/>
            <a:ext cx="11106150" cy="819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850"/>
              </a:lnSpc>
            </a:pPr>
            <a:r>
              <a:rPr sz="58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Барселона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809851"/>
            <a:ext cx="4975622" cy="971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Клуб, в котором он вырос и стал лучшим бомбардиром в его истории: гостевая футболка эпохи Гвардиолы, бутса adidas и мяч.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0759" y="6619429"/>
            <a:ext cx="1956941" cy="1814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Wikimedia Commons · CC BY‑SA 4.0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361950"/>
            <a:ext cx="3848100" cy="3848100"/>
          </a:xfrm>
          <a:prstGeom prst="rect">
            <a:avLst/>
          </a:prstGeom>
        </p:spPr>
      </p:pic>
      <p:pic>
        <p:nvPicPr>
          <p:cNvPr id="4" name="Picture 3" descr="m0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93" y="492472"/>
            <a:ext cx="5124365" cy="35870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502" y="4343400"/>
            <a:ext cx="3010346" cy="890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138"/>
              </a:lnSpc>
            </a:pPr>
            <a:r>
              <a:rPr sz="18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Лионель Месси — футболка «Барселоны» 2008‑10 с автографом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740" y="5253038"/>
            <a:ext cx="4251871" cy="9911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2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Сезоны 2008–2010 — команда Гвардиолы и первые «Золотые мячи» Месси. Гостевая жёлтая футболка той эпохи, автограф серебряным маркером рядом с номером 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7025" y="6282333"/>
            <a:ext cx="933301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50"/>
              </a:lnSpc>
            </a:pPr>
            <a:r>
              <a:rPr sz="18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650 000 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72052" y="4343400"/>
            <a:ext cx="3010346" cy="8905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138"/>
              </a:lnSpc>
            </a:pPr>
            <a:r>
              <a:rPr sz="188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Лионель Месси — бутса Adidas с автографом («Барселона»)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1290" y="5253038"/>
            <a:ext cx="4251871" cy="9911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02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В бутсах adidas F‑серии Месси играл в годы, когда «Барселона» собирала все возможные трофеи. Левая бутса, чёрная с синими полосами, автограф золотым маркером по борту.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2538" y="6282333"/>
            <a:ext cx="9495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250"/>
              </a:lnSpc>
            </a:pPr>
            <a:r>
              <a:rPr sz="188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600 000 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9495" y="6644283"/>
            <a:ext cx="595610" cy="1666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12"/>
              </a:lnSpc>
            </a:pPr>
            <a:r>
              <a:rPr sz="710" b="0" i="0" spc="142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BECKETT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77658" y="1106537"/>
            <a:ext cx="4642842" cy="9525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77658" y="3344912"/>
            <a:ext cx="4642842" cy="9525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77658" y="1106537"/>
            <a:ext cx="9525" cy="2247900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10975" y="1106537"/>
            <a:ext cx="9525" cy="2247900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79" y="571500"/>
            <a:ext cx="5715000" cy="5715000"/>
          </a:xfrm>
          <a:prstGeom prst="rect">
            <a:avLst/>
          </a:prstGeom>
        </p:spPr>
      </p:pic>
      <p:pic>
        <p:nvPicPr>
          <p:cNvPr id="8" name="Picture 7" descr="m012.jpg"/>
          <p:cNvPicPr>
            <a:picLocks noChangeAspect="1"/>
          </p:cNvPicPr>
          <p:nvPr/>
        </p:nvPicPr>
        <p:blipFill>
          <a:blip r:embed="rId3"/>
          <a:srcRect t="5387" b="6324"/>
          <a:stretch>
            <a:fillRect/>
          </a:stretch>
        </p:blipFill>
        <p:spPr>
          <a:xfrm>
            <a:off x="6977658" y="1106537"/>
            <a:ext cx="4642842" cy="2247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58608" y="3421112"/>
            <a:ext cx="4699992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50" b="0" i="0" spc="120">
                <a:solidFill>
                  <a:srgbClr val="A09A90"/>
                </a:solidFill>
                <a:latin typeface="Inter"/>
                <a:latin typeface="Inter"/>
                <a:ea typeface="Inter"/>
                <a:cs typeface="Inter"/>
              </a:rPr>
              <a:t>АВТОГРАФ КРУПНО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8608" y="3783062"/>
            <a:ext cx="4699992" cy="4009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58"/>
              </a:lnSpc>
            </a:pPr>
            <a:r>
              <a:rPr sz="232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Лионель Месси — мяч с автографом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8608" y="4222105"/>
            <a:ext cx="4699992" cy="10816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Мяч — самый узнаваемый носитель футбольного автографа: подпись читается с любой точки комнаты. Классический музейный формат, автограф Месси на светлом сегменте.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8608" y="5379988"/>
            <a:ext cx="4699992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600 000 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3476476"/>
            <a:ext cx="666750" cy="9525"/>
          </a:xfrm>
          <a:prstGeom prst="rect">
            <a:avLst/>
          </a:prstGeom>
          <a:solidFill>
            <a:srgbClr val="624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" y="2152501"/>
            <a:ext cx="1110615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80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ГЛАВА ТРЕТЬЯ · ТОП‑ЛОТ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2485876"/>
            <a:ext cx="11106150" cy="742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50"/>
              </a:lnSpc>
            </a:pPr>
            <a:r>
              <a:rPr sz="52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«Барселона» 2009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3771751"/>
            <a:ext cx="4975622" cy="9718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1"/>
              </a:lnSpc>
            </a:pPr>
            <a:r>
              <a:rPr sz="1420" b="0" i="0">
                <a:solidFill>
                  <a:srgbClr val="C9C3B7"/>
                </a:solidFill>
                <a:latin typeface="Inter"/>
                <a:latin typeface="Inter"/>
                <a:ea typeface="Inter"/>
                <a:cs typeface="Inter"/>
              </a:rPr>
              <a:t>Один предмет, на котором собраны автографы состава, взявшего Суперкубок УЕФА и клубный чемпионат мира.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15475" y="6619429"/>
            <a:ext cx="2562225" cy="1814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8"/>
              </a:lnSpc>
            </a:pPr>
            <a:r>
              <a:rPr sz="640" b="0" i="0" spc="51">
                <a:solidFill>
                  <a:srgbClr val="F5F1E8"/>
                </a:solidFill>
                <a:latin typeface="Inter"/>
                <a:latin typeface="Inter"/>
                <a:ea typeface="Inter"/>
                <a:cs typeface="Inter"/>
              </a:rPr>
              <a:t>Фото: Eva Perales · Wikimedia Commons · CC BY‑SA 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27230" y="323850"/>
            <a:ext cx="4531370" cy="9525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27230" y="1952625"/>
            <a:ext cx="4531370" cy="9525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27230" y="323850"/>
            <a:ext cx="9525" cy="1638300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9075" y="323850"/>
            <a:ext cx="9525" cy="1638300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27230" y="2085975"/>
            <a:ext cx="4531370" cy="9525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27230" y="3714750"/>
            <a:ext cx="4531370" cy="9525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27230" y="2085975"/>
            <a:ext cx="9525" cy="1638300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49075" y="2085975"/>
            <a:ext cx="9525" cy="1638300"/>
          </a:xfrm>
          <a:prstGeom prst="rect">
            <a:avLst/>
          </a:prstGeom>
          <a:solidFill>
            <a:srgbClr val="E6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94" y="381000"/>
            <a:ext cx="6034893" cy="6095851"/>
          </a:xfrm>
          <a:prstGeom prst="rect">
            <a:avLst/>
          </a:prstGeom>
        </p:spPr>
      </p:pic>
      <p:pic>
        <p:nvPicPr>
          <p:cNvPr id="12" name="Picture 11" descr="m015.jpg"/>
          <p:cNvPicPr>
            <a:picLocks noChangeAspect="1"/>
          </p:cNvPicPr>
          <p:nvPr/>
        </p:nvPicPr>
        <p:blipFill>
          <a:blip r:embed="rId3"/>
          <a:srcRect t="20213" b="27913"/>
          <a:stretch>
            <a:fillRect/>
          </a:stretch>
        </p:blipFill>
        <p:spPr>
          <a:xfrm>
            <a:off x="7127230" y="323850"/>
            <a:ext cx="4531370" cy="1638300"/>
          </a:xfrm>
          <a:prstGeom prst="rect">
            <a:avLst/>
          </a:prstGeom>
        </p:spPr>
      </p:pic>
      <p:pic>
        <p:nvPicPr>
          <p:cNvPr id="13" name="Picture 12" descr="m016.jpg"/>
          <p:cNvPicPr>
            <a:picLocks noChangeAspect="1"/>
          </p:cNvPicPr>
          <p:nvPr/>
        </p:nvPicPr>
        <p:blipFill>
          <a:blip r:embed="rId4"/>
          <a:srcRect t="18693" b="25814"/>
          <a:stretch>
            <a:fillRect/>
          </a:stretch>
        </p:blipFill>
        <p:spPr>
          <a:xfrm>
            <a:off x="7127230" y="2085975"/>
            <a:ext cx="4531370" cy="1638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08180" y="3886200"/>
            <a:ext cx="4588520" cy="66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10"/>
              </a:lnSpc>
            </a:pPr>
            <a:r>
              <a:rPr sz="21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«Барселона» 2009 — командный мяч с 15+ автографами (Месси, Хави, Иньеста)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8180" y="4577655"/>
            <a:ext cx="4588520" cy="53369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2"/>
              </a:lnSpc>
            </a:pPr>
            <a:r>
              <a:rPr sz="116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Мяч adidas UEFA Super Cup, матч в Монако. Топ‑лот подборки — командная реликвия того сезона.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8180" y="5168503"/>
            <a:ext cx="4588520" cy="428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A98545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2 400 000 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8180" y="5597128"/>
            <a:ext cx="458852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50"/>
              </a:lnSpc>
            </a:pPr>
            <a:r>
              <a:rPr sz="750" b="0" i="0" spc="165">
                <a:solidFill>
                  <a:srgbClr val="9A958C"/>
                </a:solidFill>
                <a:latin typeface="Inter"/>
                <a:latin typeface="Inter"/>
                <a:ea typeface="Inter"/>
                <a:cs typeface="Inter"/>
              </a:rPr>
              <a:t>JSA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7.jpg"/>
          <p:cNvPicPr>
            <a:picLocks noChangeAspect="1"/>
          </p:cNvPicPr>
          <p:nvPr/>
        </p:nvPicPr>
        <p:blipFill>
          <a:blip r:embed="rId2"/>
          <a:srcRect l="16838" r="16838"/>
          <a:stretch>
            <a:fillRect/>
          </a:stretch>
        </p:blipFill>
        <p:spPr>
          <a:xfrm>
            <a:off x="0" y="0"/>
            <a:ext cx="6035576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5126" y="1414760"/>
            <a:ext cx="5451574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КТО ПОДПИСАЛ МЯЧ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45126" y="1690985"/>
            <a:ext cx="5451574" cy="8432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21"/>
              </a:lnSpc>
            </a:pPr>
            <a:r>
              <a:rPr sz="285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Состав, взявший Суперкубок УЕФА и клубный чемпионат мира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5126" y="2667595"/>
            <a:ext cx="2592437" cy="2166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Лионель Месси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Андрес Иньеста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Хави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Жерар Пике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Серхио Бускетс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Самюэль Это’О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Дани Алвес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04263" y="2667595"/>
            <a:ext cx="2592437" cy="21660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Рафаэль Маркес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Педро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Сейду Кейта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Максвелл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Хосе Мануэль Пинто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Абраам Гонсалес</a:t>
            </a:r>
          </a:p>
          <a:p>
            <a:pPr algn="l">
              <a:lnSpc>
                <a:spcPts val="2351"/>
              </a:lnSpc>
            </a:pPr>
            <a:r>
              <a:rPr sz="124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Эйдур Гудьонсен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126" y="4947940"/>
            <a:ext cx="5451574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120" b="0" i="0">
                <a:solidFill>
                  <a:srgbClr val="6B6B6B"/>
                </a:solidFill>
                <a:latin typeface="Inter"/>
                <a:latin typeface="Inter"/>
                <a:ea typeface="Inter"/>
                <a:cs typeface="Inter"/>
              </a:rPr>
              <a:t>Более пятнадцати автографов на одном мяче. Пара к мячу финала Лиги чемпионов 2006 года: две великие эпохи «Барселоны» в одной коллекции.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758" y="1247775"/>
            <a:ext cx="3524286" cy="4095601"/>
          </a:xfrm>
          <a:prstGeom prst="rect">
            <a:avLst/>
          </a:prstGeom>
        </p:spPr>
      </p:pic>
      <p:pic>
        <p:nvPicPr>
          <p:cNvPr id="4" name="Picture 3" descr="m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1247775"/>
            <a:ext cx="4914900" cy="409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2450" y="361950"/>
            <a:ext cx="1110615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КАК МЫ ОФОРМЛЯЕМ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600075"/>
            <a:ext cx="111061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 i="0">
                <a:solidFill>
                  <a:srgbClr val="1A1A1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Каждый экспонат готов к показу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5719167"/>
            <a:ext cx="8152656" cy="8530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20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Футболки оформляем в деревянную раму с паспарту и латунной табличкой «PERSONALLY SIGNED BY LIONEL MESSI». Мячи и бутсы — на деревянной подставке, кубок — на подиуме. </a:t>
            </a:r>
            <a:r>
              <a:rPr sz="1200" b="0" i="0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Необходимое оформление входит в стоимость лота.</a:t>
            </a:r>
            <a:r>
              <a:rPr sz="1200" b="0" i="0">
                <a:solidFill>
                  <a:srgbClr val="4A4A4A"/>
                </a:solidFill>
                <a:latin typeface="Inter"/>
                <a:latin typeface="Inter"/>
                <a:ea typeface="Inter"/>
                <a:cs typeface="Inter"/>
              </a:rPr>
              <a:t> На фото — примеры.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4746" y="6391275"/>
            <a:ext cx="1783854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165">
                <a:solidFill>
                  <a:srgbClr val="A98545"/>
                </a:solidFill>
                <a:latin typeface="Inter"/>
                <a:latin typeface="Inter"/>
                <a:ea typeface="Inter"/>
                <a:cs typeface="Inter"/>
              </a:rPr>
              <a:t>ПРИМЕРЫ ОФОРМЛЕНИЯ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8650" y="191452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8650" y="24574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" y="300037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8650" y="354330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8650" y="408622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8650" y="4629150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650" y="5172075"/>
            <a:ext cx="10934700" cy="9525"/>
          </a:xfrm>
          <a:prstGeom prst="rect">
            <a:avLst/>
          </a:prstGeom>
          <a:solidFill>
            <a:srgbClr val="2B2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00050"/>
            <a:ext cx="10991850" cy="1809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25"/>
              </a:lnSpc>
            </a:pPr>
            <a:r>
              <a:rPr sz="819" b="0" i="0" spc="297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ПОДБОРКА ЦЕЛИКОМ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38175"/>
            <a:ext cx="1099185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750"/>
              </a:lnSpc>
            </a:pPr>
            <a:r>
              <a:rPr sz="375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Восемь предметов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552575"/>
            <a:ext cx="9673233" cy="28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«Барселона» 2009 — командный мяч с 15+ автографами (Месси, Хави, Иньеста)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1433" y="1485900"/>
            <a:ext cx="1090017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2 400 000 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095500"/>
            <a:ext cx="9684246" cy="28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Лионель Месси — реплика кубка чемпионата мира с автографом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2446" y="2028825"/>
            <a:ext cx="1079004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1 000 000 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2638425"/>
            <a:ext cx="9824293" cy="28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Лионель Месси — мяч чемпионата мира 2022 с автографом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2493" y="2571750"/>
            <a:ext cx="938957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850 000 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3181350"/>
            <a:ext cx="9829949" cy="28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Лионель Месси — именная футболка сборной Аргентины с автографом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149" y="3114675"/>
            <a:ext cx="933301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650 000 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3724275"/>
            <a:ext cx="9829949" cy="28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Лионель Месси — футболка «Барселоны» 2008‑10 с автографом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8149" y="3657600"/>
            <a:ext cx="933301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650 000 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4267200"/>
            <a:ext cx="9813727" cy="28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Лионель Месси — бутса с автографом (Аргентина)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1927" y="4200525"/>
            <a:ext cx="9495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600 000 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4810125"/>
            <a:ext cx="9813727" cy="28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Лионель Месси — бутса Adidas с автографом («Барселона»)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1927" y="4743450"/>
            <a:ext cx="9495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600 000 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5353050"/>
            <a:ext cx="9813727" cy="281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D5CFC3"/>
                </a:solidFill>
                <a:latin typeface="Inter"/>
                <a:latin typeface="Inter"/>
                <a:ea typeface="Inter"/>
                <a:cs typeface="Inter"/>
              </a:rPr>
              <a:t>Лионель Месси — мяч с автографом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1927" y="5286375"/>
            <a:ext cx="949523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50"/>
              </a:lnSpc>
            </a:pPr>
            <a:r>
              <a:rPr sz="1880" b="0" i="0">
                <a:solidFill>
                  <a:srgbClr val="C9A96A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600 000 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15050"/>
            <a:ext cx="12192000" cy="9525"/>
          </a:xfrm>
          <a:prstGeom prst="rect">
            <a:avLst/>
          </a:prstGeom>
          <a:solidFill>
            <a:srgbClr val="3A30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2984"/>
            <a:ext cx="1830437" cy="139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3356521"/>
            <a:ext cx="6599634" cy="1118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104"/>
              </a:lnSpc>
            </a:pPr>
            <a:r>
              <a:rPr sz="3600" b="0" i="0">
                <a:solidFill>
                  <a:srgbClr val="F5F1E8"/>
                </a:solidFill>
                <a:latin typeface="Cormorant Garamond"/>
                <a:latin typeface="Cormorant Garamond"/>
                <a:ea typeface="Cormorant Garamond"/>
                <a:cs typeface="Cormorant Garamond"/>
              </a:rPr>
              <a:t>Готовы показать любой предмет подборки вблизи.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4627513"/>
            <a:ext cx="5257949" cy="6265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7"/>
              </a:lnSpc>
            </a:pPr>
            <a:r>
              <a:rPr sz="1280" b="0" i="0">
                <a:solidFill>
                  <a:srgbClr val="B0AA9E"/>
                </a:solidFill>
                <a:latin typeface="Inter"/>
                <a:latin typeface="Inter"/>
                <a:ea typeface="Inter"/>
                <a:cs typeface="Inter"/>
              </a:rPr>
              <a:t>Обсудим оформление и подготовим лот к передаче в удобный вам срок.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050" y="6096000"/>
            <a:ext cx="12249150" cy="819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40"/>
              </a:lnSpc>
            </a:pPr>
            <a:r>
              <a:rPr sz="819" b="0" i="0" spc="198">
                <a:solidFill>
                  <a:srgbClr val="C9A96A"/>
                </a:solidFill>
                <a:latin typeface="Inter"/>
                <a:latin typeface="Inter"/>
                <a:ea typeface="Inter"/>
                <a:cs typeface="Inter"/>
              </a:rPr>
              <a:t>STARGIFT.RU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