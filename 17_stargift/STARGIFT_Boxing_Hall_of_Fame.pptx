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57975" y="2838004"/>
            <a:ext cx="7239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514369"/>
            <a:ext cx="1679972" cy="127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50" y="2701082"/>
            <a:ext cx="281240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БОКС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024932"/>
            <a:ext cx="5410200" cy="1264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80"/>
              </a:lnSpc>
            </a:pPr>
            <a:r>
              <a:rPr sz="45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Бокс:</a:t>
            </a:r>
          </a:p>
          <a:p>
            <a:pPr algn="l">
              <a:lnSpc>
                <a:spcPts val="4680"/>
              </a:lnSpc>
            </a:pPr>
            <a:r>
              <a:rPr sz="45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имена на вещах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4403973"/>
            <a:ext cx="3495675" cy="933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2"/>
              </a:lnSpc>
            </a:pPr>
            <a:r>
              <a:rPr sz="14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Экипировка ринга, перчатки и бумаги Международного зала боксёрской славы в Канастоте.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6191101"/>
            <a:ext cx="268590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9 ПРЕДМЕТОВ · АВГУСТ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1372046"/>
            <a:ext cx="828675" cy="1400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94"/>
              </a:lnSpc>
            </a:pPr>
            <a:r>
              <a:rPr sz="9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057079"/>
            <a:ext cx="2628900" cy="1257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</a:pPr>
            <a:r>
              <a:rPr sz="15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предметов: атласный халат, три пары трусов, перчатки, две программы церемоний и папка для прессы.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447729"/>
            <a:ext cx="2628900" cy="962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</a:pPr>
            <a:r>
              <a:rPr sz="15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Али и Тайсон, Хирнс и Льюис, Пакьяо и Леонард, Головкин и Дюран.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996482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81676" y="2488109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81676" y="3429000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608832"/>
            <a:ext cx="213583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ЭКИПИРОВКА РИНГА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1970782"/>
            <a:ext cx="5914876" cy="1816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Халат и трусы,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сто семнадцать подписей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253657"/>
            <a:ext cx="4457700" cy="1024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Четыре предмета, в которых выходят к рингу: атласный халат и три пары трусов — чемпионские и тренерские.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576" y="2640509"/>
            <a:ext cx="1703189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117 подписей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3576" y="3018532"/>
            <a:ext cx="184427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на четырёх предметах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3576" y="3581400"/>
            <a:ext cx="2535436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Everlast · Cleto Reyes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3576" y="3959423"/>
            <a:ext cx="3290441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две мастерские, которым сто лет на двоих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530376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055340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1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312515"/>
            <a:ext cx="5276850" cy="1132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Боксёрский халат Everlast с 51 автографом: Томас Хирнс, Леннокс Льюис и другие чемпионы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501801"/>
            <a:ext cx="31904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СИНИЙ АТЛАС · 51 ПОДПИСЬ СЕРЕБРОМ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692301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Халат — то, в чём боксёра видят до первого удара: под ним идут к рингу и в нём стоят, пока читают представление. Этот собирал подписи годами.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597176"/>
            <a:ext cx="5276850" cy="13791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Пятьдесят один росчерк серебром по синему атласу. Среди подписавших — Томас Хирнс и Леннокс Льюис. Предмет читается с другого конца комнаты: серебро на синем видно издалека, а масштаб понятен сразу — столько имён на одной вещи случайно не собирается. Для большой стены: кабинет, клубная комната, лестничный пролёт.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5062091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595491"/>
            <a:ext cx="168220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· AC49467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8" y="872430"/>
            <a:ext cx="5229225" cy="4933950"/>
          </a:xfrm>
          <a:prstGeom prst="rect">
            <a:avLst/>
          </a:prstGeom>
        </p:spPr>
      </p:pic>
      <p:pic>
        <p:nvPicPr>
          <p:cNvPr id="4" name="Picture 3" descr="m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75" y="1129605"/>
            <a:ext cx="4362450" cy="441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7243" y="419100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1 ИЗ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3956893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Томас Хирнс · Леннокс Льюис · Гильермо Ригондо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379883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того же халата крупно: плечо с логотипом и спина.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530376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055340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2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312515"/>
            <a:ext cx="5276850" cy="1132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Боксёрские трусы Cleto Reyes с 28 автографами: Мэнни Пакьяо, Шугар Рэй Леонард и другие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501801"/>
            <a:ext cx="333776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ЧЁРНЫЙ ШЁЛК · 28 ПОДПИСЕЙ СЕРЕБРОМ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692301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Cleto Reyes — мексиканская мастерская, чью экипировку чемпионы выбирают с 1945 года. Чёрный шёлк, серебряный маркер: контраст, который держит подпись десятилетиями.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597176"/>
            <a:ext cx="5276850" cy="13791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Двадцать восемь подписей. Мэнни Пакьяо — единственный в истории чемпион мира в восьми весовых категориях; Шугар Рэй Леонард — в пяти. Рядом читаются Майки Гарсия и Тимоти Брэдли. Компактная вещь, которая в раме занимает меньше места, чем халат, а имён держит почти столько же.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5062091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1 400 000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595491"/>
            <a:ext cx="168220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· AC49475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877193"/>
            <a:ext cx="5219700" cy="4924425"/>
          </a:xfrm>
          <a:prstGeom prst="rect">
            <a:avLst/>
          </a:prstGeom>
        </p:spPr>
      </p:pic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877193"/>
            <a:ext cx="5219700" cy="4924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7243" y="419100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2 ИЗ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5337274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Мэнни Пакьяо · Шугар Рэй Леонард · Майки Гарсия · Тимоти Брэдли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362292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тех же трусов крупно: левая и правая половина.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530376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055340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3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312515"/>
            <a:ext cx="5276850" cy="1132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Боксёрские трусы Cleto Reyes с 20 автографами тренеров: Фредди Роуч, Флойд Мейвезер-старший и другие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501801"/>
            <a:ext cx="276924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ЧЁРНЫЙ ШЁЛК · УГОЛ, А НЕ РИНГ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692301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Редкий случай: трусы подписаны не бойцами, а углом — теми, кто стоит между раундами. Почти каждый добавил к росчерку слово Coach.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597176"/>
            <a:ext cx="5276850" cy="13791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Двадцать подписей тренеров. Фредди Роуч, доведший Пакьяо до титулов в восьми весах. Флойд Мейвезер-старший. Исмаэль Салас, подписавшийся «тренер года WBA 1996». Предмет для того, кто понимает, что бой выигрывается в углу, — и это редкая тема в собраниях, где обычно висят только чемпионы.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5062091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1 200 000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595491"/>
            <a:ext cx="168220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· AC49472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8" y="872430"/>
            <a:ext cx="5229225" cy="4933950"/>
          </a:xfrm>
          <a:prstGeom prst="rect">
            <a:avLst/>
          </a:prstGeom>
        </p:spPr>
      </p:pic>
      <p:pic>
        <p:nvPicPr>
          <p:cNvPr id="4" name="Picture 3" descr="m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788" y="872430"/>
            <a:ext cx="5229225" cy="4933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7243" y="419100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3 ИЗ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44641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Фредди Роуч · Флойд Мейвезер-старший · Исмаэль Салас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362292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тех же трусов крупно: левая и правая половина.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660600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185565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4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442740"/>
            <a:ext cx="5276850" cy="1132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Боксёрские трусы Everlast с 18 автографами: Геннадий Головкин, Леннокс Льюис и другие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632025"/>
            <a:ext cx="309815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БЕЛЫЙ АТЛАС С ЧЁРНЫМИ ПОЛОСАМИ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822525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Классический силуэт больших вечеров в Лас-Вегасе: белый атлас, две чёрные полосы по бокам. По светлому шёлку подписи идут чёрным и читаются как строки.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727400"/>
            <a:ext cx="5276850" cy="1118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Восемнадцать подписей. Геннадий Головкин, Леннокс Льюис, Кит Турман, подписавшийся своим прозвищем «One Time», Рэй «Бум-Бум» Манчини. Светлый предмет, который выигрывает в тёмной раме, — и единственный в этой подборке, где подписи чёрные, а не серебряные.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931718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465118"/>
            <a:ext cx="168220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· AC49468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877193"/>
            <a:ext cx="5219700" cy="4924425"/>
          </a:xfrm>
          <a:prstGeom prst="rect">
            <a:avLst/>
          </a:prstGeom>
        </p:spPr>
      </p:pic>
      <p:pic>
        <p:nvPicPr>
          <p:cNvPr id="4" name="Picture 3" descr="m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877193"/>
            <a:ext cx="5219700" cy="4924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7243" y="419100"/>
            <a:ext cx="29328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ЭКИПИРОВКА РИНГА · 4 ИЗ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7256264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Геннадий Головкин · Леннокс Льюис · Кит Турман · Рэй «Бум-Бум» Манчини · Миа Сент-Джон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362292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тех же трусов крупно: левая и правая половина.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2450" y="371475"/>
            <a:ext cx="350177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КТО РАСПИСАЛСЯ НА ЭКИПИРОВКЕ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600075"/>
            <a:ext cx="239777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Кто эти люди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486793"/>
            <a:ext cx="180498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Томас Хирнс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75383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«Хитмэн» из зала Kronk. Первый боксёр, взявший титулы чемпиона мира в пяти весовых категориях.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486793"/>
            <a:ext cx="2143423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Леннокс Льюис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175" y="1875383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Чемпион в тяжёлом весе, закончивший карьеру действующим обладателем титула. Отомстил обоим, кто его побеждал.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2694533"/>
            <a:ext cx="2012305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Мэнни Пакьяо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83123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Единственный в истории чемпион мира в восьми весовых категориях.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2694533"/>
            <a:ext cx="2657029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Шугар Рэй Леонард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083123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Лицо бокса восьмидесятых, один из «Четырёх королей». Чемпион в пяти весах.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3902273"/>
            <a:ext cx="2598539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Геннадий Головкин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290864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Двадцать защит титула в среднем весе подряд — повторение рекорда дивизиона.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3902273"/>
            <a:ext cx="180588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Фредди Роуч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4290864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Многократный тренер года. Довёл Пакьяо до титулов в восьми весовых категориях.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5110014"/>
            <a:ext cx="341754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Флойд Мейвезер-старший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498604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Боксёр и тренер, отец и первый наставник Флойда Мейвезера-младшего.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5110014"/>
            <a:ext cx="166881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Кит Турман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5498604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Чемпион в полусреднем весе. Подписывается своим прозвищем — «One Time».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706416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81676" y="2488109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81676" y="3429000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898749"/>
            <a:ext cx="118630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ПЕРЧАТКИ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260699"/>
            <a:ext cx="5914876" cy="1236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Тяжёлый вес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в двух лотах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963591"/>
            <a:ext cx="4457700" cy="1024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Красная перчатка с автографом Али и пара, подписанная пятью чемпионами восьмидесятых и девяностых.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576" y="2640509"/>
            <a:ext cx="3903018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Али · Тайсон · Фрейзер · Форман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3576" y="3018532"/>
            <a:ext cx="2313384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одна перчатка, четыре эпохи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3576" y="3581400"/>
            <a:ext cx="3031927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Леонард · Хирнс · Дюран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3576" y="3959423"/>
            <a:ext cx="222289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трое из «Четырёх королей»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706291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879277"/>
            <a:ext cx="198328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ПЕРЧАТКИ · 1 ИЗ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136452"/>
            <a:ext cx="5276850" cy="14841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Боксёрская перчатка Everlast с автографами Мохаммеда Али («Cassius Clay»), Майка Тайсона, Джо Фрейзера и Джорджа Формана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677716"/>
            <a:ext cx="228987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КРАСНАЯ КОЖА · 12 УНЦИЙ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868216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Али подписался здесь двойным именем — Мохаммед Али и Cassius Clay: тем, которое он оставил в 1964-м, и тем, которое взял. Так он расписывался редко и обычно по просьбе.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773091"/>
            <a:ext cx="5276850" cy="13791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Красная перчатка Everlast, двенадцать унций. Кроме Али — Майк Тайсон, Джо Фрейзер и Джордж Форман. Четыре имени, которые держат всю историю тяжёлого веса: от Киншасы 1974-го до Токио 1990-го. Главный предмет кабинета — тот, у которого останавливаются.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5238006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1 500 000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771406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929580"/>
            <a:ext cx="5105400" cy="4819650"/>
          </a:xfrm>
          <a:prstGeom prst="rect">
            <a:avLst/>
          </a:prstGeom>
        </p:spPr>
      </p:pic>
      <p:pic>
        <p:nvPicPr>
          <p:cNvPr id="4" name="Picture 3" descr="m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120080"/>
            <a:ext cx="4705350" cy="4438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46766" y="419100"/>
            <a:ext cx="198328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ПЕРЧАТКИ · 1 ИЗ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6162526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Мохаммед Али («Cassius Clay») · Майк Тайсон · Джо Фрейзер · Джордж Форман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394111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той же перчатки крупно: манжета и тыльная сторона.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660600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185565"/>
            <a:ext cx="198328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ПЕРЧАТКИ · 2 ИЗ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442740"/>
            <a:ext cx="5276850" cy="1132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Пара боксёрских перчаток Everlast с автографами пяти чемпионов: Тайсон, Льюис, Леонард, Хирнс, Дюран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632025"/>
            <a:ext cx="235327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СОСТАРЕННАЯ КОЖА · ПАРА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822525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Трое из пяти подписавших — Леонард, Хирнс и Дюран — входят в «Четырёх королей»: вместе с Марвином Хаглером они провели друг с другом девять боёв и поделили между собой 1980-е.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727400"/>
            <a:ext cx="5276850" cy="1118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Пара перчаток, а не одна: на подставке это уже объект, а не сувенир. Майк Тайсон и Леннокс Льюис на левой, Томас Хирнс, Шугар Рэй Леонард и Роберто Дюран на правой. Самый доступный вход в эту подборку — и при этом пять имён первого ряда.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931718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465118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66" y="811411"/>
            <a:ext cx="5363668" cy="5055840"/>
          </a:xfrm>
          <a:prstGeom prst="rect">
            <a:avLst/>
          </a:prstGeom>
        </p:spPr>
      </p:pic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566" y="811411"/>
            <a:ext cx="5363668" cy="505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46766" y="419100"/>
            <a:ext cx="198328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ПЕРЧАТКИ · 2 ИЗ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644113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Майк Тайсон · Леннокс Льюис · Томас Хирнс · Шугар Рэй Леонард · Роберто Дюран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350415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той же пары крупно: левая и правая перчатка.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2450" y="371475"/>
            <a:ext cx="335905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КТО РАСПИСАЛСЯ НА ПЕРЧАТКАХ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600075"/>
            <a:ext cx="239777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Кто эти люди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090738"/>
            <a:ext cx="2080766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Мохаммед Али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7932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Трижды чемпион мира в тяжёлом весе. Здесь оставил оба имени — и то, которое носил до 1964 года.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090738"/>
            <a:ext cx="1842641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 Тайсон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175" y="247932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Самый молодой чемпион мира в тяжёлом весе в истории: двадцать лет.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298478"/>
            <a:ext cx="1859161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Джо Фрейзер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68706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Победил Али в «Бою века» 1971 года — первое поражение Али в карьере.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3298478"/>
            <a:ext cx="227588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Джордж Форман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68706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Олимпийский чемпион 1968-го. Вернул себе титул в сорок пять лет.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4506218"/>
            <a:ext cx="2097286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Роберто Дюран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89480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«Руки-камни». Чемпион мира в четырёх весовых категориях, карьера длиной в пять десятилетий.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4506218"/>
            <a:ext cx="2022425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Четыре короля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489480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Леонард, Хирнс, Дюран и Хаглер провели друг с другом девять боёв и поделили 1980-е.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706416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81676" y="2488109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81676" y="3429000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898749"/>
            <a:ext cx="2724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ЦЕРЕМОНИИ В КАНАСТОТЕ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260699"/>
            <a:ext cx="5914876" cy="1236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Две программы,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сорок один автограф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963591"/>
            <a:ext cx="4457700" cy="1024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Июньские церемонии 1996 и 1997 годов: чемпионы расписывались на программах прямо в зале.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576" y="2640509"/>
            <a:ext cx="1585912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 июня 1996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3576" y="3018532"/>
            <a:ext cx="310738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тираж 1200 экземпляров · 22 автографа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3576" y="3581400"/>
            <a:ext cx="17145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 июня 1997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3576" y="3959423"/>
            <a:ext cx="319801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тираж 1800 экземпляров · 19 автографов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400002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924967"/>
            <a:ext cx="352157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ЦЕРЕМОНИИ В КАНАСТОТЕ · 1 ИЗ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182142"/>
            <a:ext cx="5276850" cy="1132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Программа церемонии Международного зала боксёрской славы, 9 июня 1996 года, 22 автографа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371427"/>
            <a:ext cx="360223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КАНАСТОТА, ШТАТ НЬЮ-ЙОРК · 9 ИЮНЯ 1996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561927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Раз в году Канастота собирает весь бокс: чемпионы приезжают на церемонию лично, и застать их вместе можно только там. Программа того июньского дня вышла тиражом 1200 экземпляров.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466802"/>
            <a:ext cx="5276850" cy="163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Двадцать два росчерка поверх печати. Арчи Мур, тренировавший юного Кассиуса Клея и позже вышедший против него на ринг. Флойд Паттерсон, первый в истории, кто вернул себе корону тяжеловесов. Кармен Базилио, Карлос Ортис, Боб Фостер, Джин Фулмер, Джоуи Максим, Уилфред Бенитес, Джеймс «Боункрашер» Смит, Билли Бэкус. Отдельной строкой — Кристи Мартин: 1996-й был её годом.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5192316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725716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71" y="811411"/>
            <a:ext cx="5082457" cy="4798665"/>
          </a:xfrm>
          <a:prstGeom prst="rect">
            <a:avLst/>
          </a:prstGeom>
        </p:spPr>
      </p:pic>
      <p:pic>
        <p:nvPicPr>
          <p:cNvPr id="4" name="Picture 3" descr="m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71" y="811411"/>
            <a:ext cx="5082457" cy="4798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8479" y="419100"/>
            <a:ext cx="352157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ЦЕРЕМОНИИ В КАНАСТОТЕ · 1 ИЗ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5762625"/>
            <a:ext cx="1114425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Арчи Мур · Флойд Паттерсон · Кармен Базилио · Карлос Ортис · Боб Фостер · Джин Фулмер · Джоуи Максим · Уилфред Бенитес · Джеймс «Боункрашер» Смит · Эмануэль Стюард · Кристи Мартин · Билли Бэкус · Берт Шугар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430485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того же листа крупно: верх обложки и нижнее поле с датой.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2450" y="371475"/>
            <a:ext cx="250120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КТО РАСПИСАЛСЯ · 1996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600075"/>
            <a:ext cx="239777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Кто эти люди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955006"/>
            <a:ext cx="1471612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Арчи Мур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43596"/>
            <a:ext cx="5286375" cy="890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«Старый мангуст», рекордсмен по нокаутам за карьеру. В 1960-м тренировал юного Кассиуса Клея, в 1962-м вышел против него на ринг.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955006"/>
            <a:ext cx="2363242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Флойд Паттерсон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175" y="2343596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Первый в истории, кто вернул себе титул чемпиона мира в тяжёлом весе. С Али дрался дважды.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434209"/>
            <a:ext cx="1649611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Боб Фостер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22799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Величайший полутяжеловес своего времени: четырнадцать защит титула подряд.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3434209"/>
            <a:ext cx="2208014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Кармен Базилио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822799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Чемпион в полусреднем и среднем весе. В 1957-м обыграл Шугара Рэя Робинсона.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4641949"/>
            <a:ext cx="241711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Эмануэль Стюард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030539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Тренер зала Kronk в Детройте: Томас Хирнс, Леннокс Льюис, Владимир Кличко.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4641949"/>
            <a:ext cx="2141786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Кристи Мартин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5030539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1996-й — её год: женский бокс впервые вышел на главные арены и обложки.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706291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879277"/>
            <a:ext cx="352157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ЦЕРЕМОНИИ В КАНАСТОТЕ · 2 ИЗ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136452"/>
            <a:ext cx="5276850" cy="14841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Программа церемонии Международного зала боксёрской славы, 15 июня 1997 года, 19 автографов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677716"/>
            <a:ext cx="368230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КАНАСТОТА, ШТАТ НЬЮ-ЙОРК · 15 ИЮНЯ 1997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868216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В тот год в Зал вводили Шугара Рэя Леонарда, Хосе Торреса и Дона Кинга — состав напечатан прямо на обложке. Тираж программы — 1800 экземпляров, рисунок Ричарда Слоуна.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773091"/>
            <a:ext cx="5276850" cy="13791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Девятнадцать подписей поверх графики. Марвин Хаглер — так, как он подписывался всегда, «Marvelous». Хосе Торрес, чемпион в полутяжёлом весе и ученик Каса Д’Амато, — в год собственного введения в Зал. Вито Антуофермо, Тони ДеМарко, Кармен Базилио, Билли Бэкус, Боб Фостер, Джин Фулмер.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5238006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771406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26" y="811411"/>
            <a:ext cx="5356400" cy="5055840"/>
          </a:xfrm>
          <a:prstGeom prst="rect">
            <a:avLst/>
          </a:prstGeom>
        </p:spPr>
      </p:pic>
      <p:pic>
        <p:nvPicPr>
          <p:cNvPr id="4" name="Picture 3" descr="m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126" y="811411"/>
            <a:ext cx="5356400" cy="505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8479" y="419100"/>
            <a:ext cx="352157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ЦЕРЕМОНИИ В КАНАСТОТЕ · 2 ИЗ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9647634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Марвин Хаглер · Хосе Торрес · Вито Антуофермо · Тони ДеМарко · Кармен Базилио · Билли Бэкус · Боб Фостер · Джин Фулмер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473600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того же листа крупно: шапка с составом Зала славы и низ обложки.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2450" y="371475"/>
            <a:ext cx="250120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КТО РАСПИСАЛСЯ · 1997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600075"/>
            <a:ext cx="239777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Кто эти люди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090738"/>
            <a:ext cx="2112764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Марвин Хаглер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7932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Безраздельный чемпион в среднем весе, двенадцать защит титула. Подписывался только «Marvelous».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090738"/>
            <a:ext cx="1738015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Хосе Торрес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175" y="247932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Чемпион в полутяжёлом весе, ученик Каса Д’Амато, писатель. В 1997-м сам вошёл в Зал славы.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298478"/>
            <a:ext cx="244093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Вито Антуофермо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68706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Чемпион мира в среднем весе. Единственный, кто свёл вничью бой с Хаглером.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3298478"/>
            <a:ext cx="2018109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Тони ДеМарко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3715643"/>
            <a:ext cx="5451128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Чемпион мира в полусреднем весе, гордость итальянского Бостона.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4506218"/>
            <a:ext cx="174649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Билли Бэкус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894808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Свой в Канастоте: племянник Кармен Базилио и чемпион мира в полусреднем весе.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4506218"/>
            <a:ext cx="1947565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Джин Фулмер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4923383"/>
            <a:ext cx="5394424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Чемпион в среднем весе, четыре боя с Шугаром Рэем Робинсоном.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864471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81676" y="2488109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81676" y="3429000"/>
            <a:ext cx="4524375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2056805"/>
            <a:ext cx="134213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СОПЕРНИКИ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418755"/>
            <a:ext cx="5914876" cy="1236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Те, кто стоял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напротив 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121646"/>
            <a:ext cx="4457700" cy="7081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Пресс-кит 1996 года: серебро по тёмно-синему, имена из самых больших боёв тяжёлого веса.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576" y="2640509"/>
            <a:ext cx="1843088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6–9 июня 1996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3576" y="3018532"/>
            <a:ext cx="250834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официальная папка для прессы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3576" y="3581400"/>
            <a:ext cx="3216771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27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Фрейзер · Нортон · Спинкс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3576" y="3959423"/>
            <a:ext cx="329535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i="0">
                <a:solidFill>
                  <a:srgbClr val="9D978B"/>
                </a:solidFill>
                <a:latin typeface="Inter"/>
                <a:latin typeface="Inter"/>
                <a:ea typeface="Inter"/>
                <a:cs typeface="Inter"/>
              </a:rPr>
              <a:t>трое, отобравшие у Али победу или титул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706291"/>
            <a:ext cx="19050" cy="9525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879277"/>
            <a:ext cx="134213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СОПЕРНИКИ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136452"/>
            <a:ext cx="5276850" cy="14841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Официальный пресс-кит Международного зала боксёрской славы, 6–9 июня 1996 года, автографы соперников Мохаммеда 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677716"/>
            <a:ext cx="376237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КАНАСТОТА, ШТАТ НЬЮ-ЙОРК · 6–9 ИЮНЯ 1996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868216"/>
            <a:ext cx="5114925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Тёмно-синяя папка для прессы, серебряные росчерки по плотной бумаге. Почти каждый, кто расписался здесь, в своё время стоял напротив Мохаммеда Али.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773091"/>
            <a:ext cx="5276850" cy="13791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Джо Фрейзер — три боя с Али, включая «Бой века» и «Триллер в Маниле». Кен Нортон — сломанная челюсть Али в марте 1973-го. Леон Спинкс, забравший титул в восьмом бою карьеры. Эрни Шейверс, Флойд Паттерсон, Рон Лайл. И Майкл Спинкс — брат Леона, олимпийский чемпион 1976 года.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5238006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771406"/>
            <a:ext cx="115624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 · Y55171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60" y="811411"/>
            <a:ext cx="5353880" cy="5055840"/>
          </a:xfrm>
          <a:prstGeom prst="rect">
            <a:avLst/>
          </a:prstGeom>
        </p:spPr>
      </p:pic>
      <p:pic>
        <p:nvPicPr>
          <p:cNvPr id="4" name="Picture 3" descr="m0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60" y="811411"/>
            <a:ext cx="5353880" cy="505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7918" y="419100"/>
            <a:ext cx="134213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СОПЕРНИКИ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8004423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Джо Фрейзер · Кен Нортон · Леон Спинкс · Эрни Шейверс · Флойд Паттерсон · Рон Лайл · Майкл Спинкс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507236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Фрагменты той же папки крупно: верх и центр с росчерками Фрейзера и Паттерсона.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2450" y="371475"/>
            <a:ext cx="335071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СОПЕРНИКИ АЛИ · КТО ЕСТЬ КТО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600075"/>
            <a:ext cx="239777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Кто эти люди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486793"/>
            <a:ext cx="1859161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Джо Фрейзер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75383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Три боя с Али. Победил в «Бою века» 1971 года — первое поражение Али в карьере.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486793"/>
            <a:ext cx="1664791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Кен Нортон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1903958"/>
            <a:ext cx="5396210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Три боя. В марте 1973-го сломал Али челюсть и выиграл по очкам.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2694533"/>
            <a:ext cx="1822549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Леон Спинкс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83123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В феврале 1978-го забрал у Али титул — в восьмом бою своей профессиональной карьеры.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2694533"/>
            <a:ext cx="2035225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Эрни Шейверс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083123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Самый тяжёлый удар дивизиона. В 1977-м продержал Али все пятнадцать раундов.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3902273"/>
            <a:ext cx="2363242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Флойд Паттерсон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290864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Дважды выходил против Али — в 1965-м и 1972-м. До того дважды чемпион мира.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3902273"/>
            <a:ext cx="1363861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Рон Лайл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4290864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Май 1975-го: вёл по очкам до одиннадцатого раунда, пока Али не остановил бой.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5110014"/>
            <a:ext cx="202331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5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 Спинкс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498604"/>
            <a:ext cx="5286375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0" b="0" i="0">
                <a:solidFill>
                  <a:srgbClr val="B5AFA3"/>
                </a:solidFill>
                <a:latin typeface="Inter"/>
                <a:latin typeface="Inter"/>
                <a:ea typeface="Inter"/>
                <a:cs typeface="Inter"/>
              </a:rPr>
              <a:t>Брат Леона, олимпийское золото 1976 года. Первый полутяжеловес, ставший чемпионом в тяжёлом весе.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54" y="1453604"/>
            <a:ext cx="4984429" cy="3771751"/>
          </a:xfrm>
          <a:prstGeom prst="rect">
            <a:avLst/>
          </a:prstGeom>
        </p:spPr>
      </p:pic>
      <p:pic>
        <p:nvPicPr>
          <p:cNvPr id="4" name="Picture 3" descr="m0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50" y="1453604"/>
            <a:ext cx="4876237" cy="37717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" y="266700"/>
            <a:ext cx="3283595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6912" y="428625"/>
            <a:ext cx="220503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5850434"/>
            <a:ext cx="8286750" cy="1064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8383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24574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307657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369570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43148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50" y="49339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555307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" y="617220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67913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333375"/>
            <a:ext cx="118571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СОБРАНИЕ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552450"/>
            <a:ext cx="3433762" cy="5429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Девять предметов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466850"/>
            <a:ext cx="2392263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Халат Everlast · 51 автограф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49743" y="1323975"/>
            <a:ext cx="190410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2085975"/>
            <a:ext cx="2881312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Трусы Cleto Reyes · 28 автографов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9743" y="1943100"/>
            <a:ext cx="190410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1 400 000 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705100"/>
            <a:ext cx="3622328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Трусы Cleto Reyes · 20 автографов тренеров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9743" y="2562225"/>
            <a:ext cx="190410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1 200 000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3324225"/>
            <a:ext cx="2594670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Трусы Everlast · 18 автографов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6918" y="3181350"/>
            <a:ext cx="16469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3943350"/>
            <a:ext cx="4130725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Перчатка Everlast · Али, Тайсон, Фрейзер, Форман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9743" y="3800475"/>
            <a:ext cx="190410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1 500 000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4562475"/>
            <a:ext cx="3359348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Пара перчаток Everlast · пять чемпионов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6918" y="4419600"/>
            <a:ext cx="16469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5181600"/>
            <a:ext cx="4175968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Программа церемонии, 9 июня 1996 · 22 автографа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6918" y="5038725"/>
            <a:ext cx="16469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700 000 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5800725"/>
            <a:ext cx="4362004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Программа церемонии, 15 июня 1997 · 19 автографов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6918" y="5657850"/>
            <a:ext cx="16469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600 000 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6419850"/>
            <a:ext cx="3130153" cy="276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95"/>
              </a:lnSpc>
            </a:pPr>
            <a:r>
              <a:rPr sz="14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Пресс-кит 1996 года · соперники Али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6918" y="6276975"/>
            <a:ext cx="16469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72566"/>
            <a:ext cx="1654820" cy="12572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3115568"/>
            <a:ext cx="7181850" cy="1483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96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Девять предметов, на которых расписался бокс: от халата и перчаток до бумаг из Канастоты.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24600"/>
            <a:ext cx="133111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980" b="0" i="0" spc="234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