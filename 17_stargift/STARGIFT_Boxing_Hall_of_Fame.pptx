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372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57975" y="2855565"/>
            <a:ext cx="72390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514369"/>
            <a:ext cx="1679972" cy="1276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4350" y="2558207"/>
            <a:ext cx="281240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ЧАСТНОЕ СОБРАНИЕ · БОКС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882057"/>
            <a:ext cx="5410200" cy="12647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</a:pPr>
            <a:r>
              <a:rPr sz="45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Зал боксёрской</a:t>
            </a:r>
          </a:p>
          <a:p>
            <a:pPr algn="l">
              <a:lnSpc>
                <a:spcPts val="4680"/>
              </a:lnSpc>
            </a:pPr>
            <a:r>
              <a:rPr sz="45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славы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4261098"/>
            <a:ext cx="3495675" cy="12197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2"/>
              </a:lnSpc>
            </a:pPr>
            <a:r>
              <a:rPr sz="1420" b="0" i="0">
                <a:solidFill>
                  <a:srgbClr val="B8B2A6"/>
                </a:solidFill>
                <a:latin typeface="Inter"/>
                <a:latin typeface="Inter"/>
                <a:ea typeface="Inter"/>
                <a:cs typeface="Inter"/>
              </a:rPr>
              <a:t>Три предмета из Канастоты: программы церемоний 1996 и 1997 годов и официальный пресс-кит, подписанный соперниками Мохаммеда Али.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6191250"/>
            <a:ext cx="256907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234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3 ПРЕДМЕТА · АВГУСТ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9875" y="1344960"/>
            <a:ext cx="1466850" cy="144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970"/>
              </a:lnSpc>
            </a:pPr>
            <a:r>
              <a:rPr sz="97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925" y="3074640"/>
            <a:ext cx="2533650" cy="1257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5"/>
              </a:lnSpc>
            </a:pPr>
            <a:r>
              <a:rPr sz="1500" b="0" i="0">
                <a:solidFill>
                  <a:srgbClr val="B8B2A6"/>
                </a:solidFill>
                <a:latin typeface="Inter"/>
                <a:latin typeface="Inter"/>
                <a:ea typeface="Inter"/>
                <a:cs typeface="Inter"/>
              </a:rPr>
              <a:t>автограф на двух программах — от Арчи Мура и Флойда Паттерсона до Марвина Хаглера.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925" y="4465290"/>
            <a:ext cx="2533650" cy="962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5"/>
              </a:lnSpc>
            </a:pPr>
            <a:r>
              <a:rPr sz="1500" b="0" i="0">
                <a:solidFill>
                  <a:srgbClr val="B8B2A6"/>
                </a:solidFill>
                <a:latin typeface="Inter"/>
                <a:latin typeface="Inter"/>
                <a:ea typeface="Inter"/>
                <a:cs typeface="Inter"/>
              </a:rPr>
              <a:t>Плюс папка для прессы с именами Фрейзера, Нортона и Леона Спинкса.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706416"/>
            <a:ext cx="7048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981676" y="2488109"/>
            <a:ext cx="4524375" cy="9525"/>
          </a:xfrm>
          <a:prstGeom prst="rect">
            <a:avLst/>
          </a:prstGeom>
          <a:solidFill>
            <a:srgbClr val="372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1676" y="3429000"/>
            <a:ext cx="4524375" cy="9525"/>
          </a:xfrm>
          <a:prstGeom prst="rect">
            <a:avLst/>
          </a:prstGeom>
          <a:solidFill>
            <a:srgbClr val="372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898749"/>
            <a:ext cx="2724596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ЦЕРЕМОНИИ В КАНАСТОТЕ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260699"/>
            <a:ext cx="5914876" cy="12361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67"/>
              </a:lnSpc>
            </a:pPr>
            <a:r>
              <a:rPr sz="43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Две программы,</a:t>
            </a:r>
          </a:p>
          <a:p>
            <a:pPr algn="l">
              <a:lnSpc>
                <a:spcPts val="4567"/>
              </a:lnSpc>
            </a:pPr>
            <a:r>
              <a:rPr sz="43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сорок один автограф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963591"/>
            <a:ext cx="4457700" cy="1024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8"/>
              </a:lnSpc>
            </a:pPr>
            <a:r>
              <a:rPr sz="158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Июньские церемонии 1996 и 1997 годов: чемпионы расписывались на программах прямо в зале.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3576" y="2640509"/>
            <a:ext cx="1585912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7"/>
              </a:lnSpc>
            </a:pPr>
            <a:r>
              <a:rPr sz="20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 июня 1996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3576" y="3018532"/>
            <a:ext cx="3107382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7"/>
              </a:lnSpc>
            </a:pPr>
            <a:r>
              <a:rPr sz="1350" b="0" i="0">
                <a:solidFill>
                  <a:srgbClr val="9D978B"/>
                </a:solidFill>
                <a:latin typeface="Inter"/>
                <a:latin typeface="Inter"/>
                <a:ea typeface="Inter"/>
                <a:cs typeface="Inter"/>
              </a:rPr>
              <a:t>тираж 1200 экземпляров · 22 автографа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3576" y="3581400"/>
            <a:ext cx="17145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7"/>
              </a:lnSpc>
            </a:pPr>
            <a:r>
              <a:rPr sz="20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15 июня 1997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3576" y="3959423"/>
            <a:ext cx="3198019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7"/>
              </a:lnSpc>
            </a:pPr>
            <a:r>
              <a:rPr sz="1350" b="0" i="0">
                <a:solidFill>
                  <a:srgbClr val="9D978B"/>
                </a:solidFill>
                <a:latin typeface="Inter"/>
                <a:latin typeface="Inter"/>
                <a:ea typeface="Inter"/>
                <a:cs typeface="Inter"/>
              </a:rPr>
              <a:t>тираж 1800 экземпляров · 19 автографов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0" y="2400002"/>
            <a:ext cx="19050" cy="952500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2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38900" y="924967"/>
            <a:ext cx="352157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ЦЕРЕМОНИИ В КАНАСТОТЕ · 1 ИЗ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1182142"/>
            <a:ext cx="5276850" cy="11321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72"/>
              </a:lnSpc>
            </a:pPr>
            <a:r>
              <a:rPr sz="24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Программа церемонии Международного зала боксёрской славы, 9 июня 1996 года, 22 автографа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825" y="2371427"/>
            <a:ext cx="3602236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8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КАНАСТОТА, ШТАТ НЬЮ-ЙОРК · 9 ИЮНЯ 1996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19875" y="2561927"/>
            <a:ext cx="5114925" cy="847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Раз в году Канастота собирает весь бокс: чемпионы приезжают на церемонию лично, и застать их вместе можно только там. Программа того июньского дня вышла тиражом 1200 экземпляров.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7950" y="3466802"/>
            <a:ext cx="5276850" cy="16397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52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Двадцать два росчерка поверх печати. Арчи Мур, тренировавший юного Кассиуса Клея и позже вышедший против него на ринг. Флойд Паттерсон, первый в истории, кто вернул себе корону тяжеловесов. Кармен Базилио, Карлос Ортис, Боб Фостер, Джин Фулмер, Джоуи Максим, Уилфред Бенитес, Джеймс «Боункрашер» Смит, Билли Бэкус. Отдельной строкой — Кристи Мартин: 1996-й был её годом.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5192316"/>
            <a:ext cx="1804541" cy="504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0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5725716"/>
            <a:ext cx="49143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93" y="811411"/>
            <a:ext cx="5123265" cy="4798665"/>
          </a:xfrm>
          <a:prstGeom prst="rect">
            <a:avLst/>
          </a:prstGeom>
        </p:spPr>
      </p:pic>
      <p:pic>
        <p:nvPicPr>
          <p:cNvPr id="4" name="Picture 3" descr="m0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601" y="811411"/>
            <a:ext cx="5241449" cy="4798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4350" y="257175"/>
            <a:ext cx="2375743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</a:pPr>
            <a:r>
              <a:rPr sz="24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Подписи крупно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08479" y="419100"/>
            <a:ext cx="352157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ЦЕРЕМОНИИ В КАНАСТОТЕ · 1 ИЗ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5762625"/>
            <a:ext cx="1114425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Арчи Мур · Флойд Паттерсон · Кармен Базилио · Карлос Ортис · Боб Фостер · Джин Фулмер · Джоуи Максим · Уилфред Бенитес · Джеймс «Боункрашер» Смит · Эмануэль Стюард · Кристи Мартин · Билли Бэкус · Берт Шугар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350" y="6381750"/>
            <a:ext cx="430485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8D8880"/>
                </a:solidFill>
                <a:latin typeface="Inter"/>
                <a:latin typeface="Inter"/>
                <a:ea typeface="Inter"/>
                <a:cs typeface="Inter"/>
              </a:rPr>
              <a:t>Фрагменты того же листа крупно: верх обложки и нижнее поле с датой.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2450" y="371475"/>
            <a:ext cx="250120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КТО РАСПИСАЛСЯ · 1996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600075"/>
            <a:ext cx="2397770" cy="504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0"/>
              </a:lnSpc>
            </a:pPr>
            <a:r>
              <a:rPr sz="30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Кто эти люди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955006"/>
            <a:ext cx="1471612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Арчи Мур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2343596"/>
            <a:ext cx="5286375" cy="890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«Старый мангуст», рекордсмен по нокаутам за карьеру. В 1960-м тренировал юного Кассиуса Клея, в 1962-м вышел против него на ринг.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4125" y="1955006"/>
            <a:ext cx="2363242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Флойд Паттерсон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3175" y="2343596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Первый в истории, кто вернул себе титул чемпиона мира в тяжёлом весе. С Али дрался дважды.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3434209"/>
            <a:ext cx="1649611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Боб Фостер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3822799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Величайший полутяжеловес своего времени: четырнадцать защит титула подряд.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4125" y="3434209"/>
            <a:ext cx="2208014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Кармен Базилио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3175" y="3822799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Чемпион в полусреднем и среднем весе. В 1957-м обыграл Шугара Рэя Робинсона.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4641949"/>
            <a:ext cx="2417118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Эмануэль Стюард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030539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Тренер зала Kronk в Детройте: Томас Хирнс, Леннокс Льюис, Владимир Кличко.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4125" y="4641949"/>
            <a:ext cx="2141786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Кристи Мартин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3175" y="5030539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1996-й — её год: женский бокс впервые вышел на главные арены и обложки.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0" y="2706291"/>
            <a:ext cx="19050" cy="952500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5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38900" y="879277"/>
            <a:ext cx="352157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ЦЕРЕМОНИИ В КАНАСТОТЕ · 2 ИЗ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1136452"/>
            <a:ext cx="5276850" cy="14841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72"/>
              </a:lnSpc>
            </a:pPr>
            <a:r>
              <a:rPr sz="24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Программа церемонии Международного зала боксёрской славы, 15 июня 1997 года, 19 автографов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825" y="2677716"/>
            <a:ext cx="3682305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8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КАНАСТОТА, ШТАТ НЬЮ-ЙОРК · 15 ИЮНЯ 1997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19875" y="2868216"/>
            <a:ext cx="5114925" cy="847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В тот год в Зал вводили Шугара Рэя Леонарда, Хосе Торреса и Дона Кинга — состав напечатан прямо на обложке. Тираж программы — 1800 экземпляров, рисунок Ричарда Слоуна.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7950" y="3773091"/>
            <a:ext cx="5276850" cy="13791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52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Девятнадцать подписей поверх графики. Марвин Хаглер — так, как он подписывался всегда, «Marvelous». Хосе Торрес, чемпион в полутяжёлом весе и ученик Каса Д’Амато, — в год собственного введения в Зал. Вито Антуофермо, Тони ДеМарко, Кармен Базилио, Билли Бэкус, Боб Фостер, Джин Фулмер.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5238006"/>
            <a:ext cx="1804541" cy="504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0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5771406"/>
            <a:ext cx="49143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728" y="811411"/>
            <a:ext cx="5435595" cy="5055840"/>
          </a:xfrm>
          <a:prstGeom prst="rect">
            <a:avLst/>
          </a:prstGeom>
        </p:spPr>
      </p:pic>
      <p:pic>
        <p:nvPicPr>
          <p:cNvPr id="4" name="Picture 3" descr="m0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646" y="811411"/>
            <a:ext cx="5429508" cy="505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4350" y="257175"/>
            <a:ext cx="2375743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</a:pPr>
            <a:r>
              <a:rPr sz="24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Подписи крупно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08479" y="419100"/>
            <a:ext cx="352157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ЦЕРЕМОНИИ В КАНАСТОТЕ · 2 ИЗ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4350" y="6048375"/>
            <a:ext cx="9647634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Марвин Хаглер · Хосе Торрес · Вито Антуофермо · Тони ДеМарко · Кармен Базилио · Билли Бэкус · Боб Фостер · Джин Фулмер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350" y="6381750"/>
            <a:ext cx="4736009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8D8880"/>
                </a:solidFill>
                <a:latin typeface="Inter"/>
                <a:latin typeface="Inter"/>
                <a:ea typeface="Inter"/>
                <a:cs typeface="Inter"/>
              </a:rPr>
              <a:t>Фрагменты того же листа крупно: шапка с составом Зала славы и низ обложки.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2450" y="371475"/>
            <a:ext cx="250120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КТО РАСПИСАЛСЯ · 1997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600075"/>
            <a:ext cx="2397770" cy="504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0"/>
              </a:lnSpc>
            </a:pPr>
            <a:r>
              <a:rPr sz="30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Кто эти люди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090738"/>
            <a:ext cx="2112764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Марвин Хаглер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2479328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Безраздельный чемпион в среднем весе, двенадцать защит титула. Подписывался только «Marvelous».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4125" y="2090738"/>
            <a:ext cx="1738015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Хосе Торрес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3175" y="2479328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Чемпион в полутяжёлом весе, ученик Каса Д’Амато, писатель. В 1997-м сам вошёл в Зал славы.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3298478"/>
            <a:ext cx="2440930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Вито Антуофермо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3687068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Чемпион мира в среднем весе. Единственный, кто свёл вничью бой с Хаглером.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4125" y="3298478"/>
            <a:ext cx="2018109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Тони ДеМарко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3715643"/>
            <a:ext cx="5451128" cy="276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Чемпион мира в полусреднем весе, гордость итальянского Бостона.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4506218"/>
            <a:ext cx="1746498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Билли Бэкус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894808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Свой в Канастоте: племянник Кармен Базилио и чемпион мира в полусреднем весе.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4125" y="4506218"/>
            <a:ext cx="1947565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Джин Фулмер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4125" y="4923383"/>
            <a:ext cx="5394424" cy="276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Чемпион в среднем весе, четыре боя с Шугаром Рэем Робинсоном.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864471"/>
            <a:ext cx="7048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981676" y="2488109"/>
            <a:ext cx="4524375" cy="9525"/>
          </a:xfrm>
          <a:prstGeom prst="rect">
            <a:avLst/>
          </a:prstGeom>
          <a:solidFill>
            <a:srgbClr val="372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81676" y="3429000"/>
            <a:ext cx="4524375" cy="9525"/>
          </a:xfrm>
          <a:prstGeom prst="rect">
            <a:avLst/>
          </a:prstGeom>
          <a:solidFill>
            <a:srgbClr val="372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2056805"/>
            <a:ext cx="1342132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СОПЕРНИКИ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418755"/>
            <a:ext cx="5914876" cy="12361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67"/>
              </a:lnSpc>
            </a:pPr>
            <a:r>
              <a:rPr sz="43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Те, кто стоял</a:t>
            </a:r>
          </a:p>
          <a:p>
            <a:pPr algn="l">
              <a:lnSpc>
                <a:spcPts val="4567"/>
              </a:lnSpc>
            </a:pPr>
            <a:r>
              <a:rPr sz="43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напротив 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4121646"/>
            <a:ext cx="4457700" cy="7081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8"/>
              </a:lnSpc>
            </a:pPr>
            <a:r>
              <a:rPr sz="158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Пресс-кит 1996 года: серебро по тёмно-синему, имена из самых больших боёв тяжёлого веса.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3576" y="2640509"/>
            <a:ext cx="1843088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7"/>
              </a:lnSpc>
            </a:pPr>
            <a:r>
              <a:rPr sz="20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6–9 июня 1996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3576" y="3018532"/>
            <a:ext cx="2508349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7"/>
              </a:lnSpc>
            </a:pPr>
            <a:r>
              <a:rPr sz="1350" b="0" i="0">
                <a:solidFill>
                  <a:srgbClr val="9D978B"/>
                </a:solidFill>
                <a:latin typeface="Inter"/>
                <a:latin typeface="Inter"/>
                <a:ea typeface="Inter"/>
                <a:cs typeface="Inter"/>
              </a:rPr>
              <a:t>официальная папка для прессы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3576" y="3581400"/>
            <a:ext cx="3216771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7"/>
              </a:lnSpc>
            </a:pPr>
            <a:r>
              <a:rPr sz="20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Фрейзер · Нортон · Спинкс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3576" y="3959423"/>
            <a:ext cx="3912543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7"/>
              </a:lnSpc>
            </a:pPr>
            <a:r>
              <a:rPr sz="1350" b="0" i="0">
                <a:solidFill>
                  <a:srgbClr val="9D978B"/>
                </a:solidFill>
                <a:latin typeface="Inter"/>
                <a:latin typeface="Inter"/>
                <a:ea typeface="Inter"/>
                <a:cs typeface="Inter"/>
              </a:rPr>
              <a:t>три человека, отобравшие у Али титул или победу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0" y="2706291"/>
            <a:ext cx="19050" cy="952500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38900" y="879277"/>
            <a:ext cx="1342132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СОПЕРНИКИ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1136452"/>
            <a:ext cx="5276850" cy="14841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72"/>
              </a:lnSpc>
            </a:pPr>
            <a:r>
              <a:rPr sz="24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Официальный пресс-кит Международного зала боксёрской славы, 6–9 июня 1996 года, автографы соперников Мохаммеда 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825" y="2677716"/>
            <a:ext cx="3762375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80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КАНАСТОТА, ШТАТ НЬЮ-ЙОРК · 6–9 ИЮНЯ 1996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19875" y="2868216"/>
            <a:ext cx="5114925" cy="847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Тёмно-синяя папка для прессы, серебряные росчерки по плотной бумаге. Почти каждый, кто расписался здесь, в своё время стоял напротив Мохаммеда Али.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7950" y="3773091"/>
            <a:ext cx="5276850" cy="13791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52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Джо Фрейзер — три боя с Али, включая «Бой века» и «Триллер в Маниле». Кен Нортон — сломанная челюсть Али в марте 1973-го. Леон Спинкс, забравший титул в восьмом бою карьеры. Эрни Шейверс, Флойд Паттерсон, Рон Лайл. И Майкл Спинкс — брат Леона, олимпийский чемпион 1976 года.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5238006"/>
            <a:ext cx="1804541" cy="504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00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550 000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5771406"/>
            <a:ext cx="1156246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 · Y55171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074" y="811411"/>
            <a:ext cx="5354902" cy="5055840"/>
          </a:xfrm>
          <a:prstGeom prst="rect">
            <a:avLst/>
          </a:prstGeom>
        </p:spPr>
      </p:pic>
      <p:pic>
        <p:nvPicPr>
          <p:cNvPr id="4" name="Picture 3" descr="m0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7874" y="811411"/>
            <a:ext cx="5354902" cy="505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4350" y="257175"/>
            <a:ext cx="2375743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</a:pPr>
            <a:r>
              <a:rPr sz="24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Подписи крупно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87918" y="419100"/>
            <a:ext cx="1342132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СОПЕРНИКИ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4350" y="6048375"/>
            <a:ext cx="8004423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Джо Фрейзер · Кен Нортон · Леон Спинкс · Эрни Шейверс · Флойд Паттерсон · Рон Лайл · Майкл Спинкс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350" y="6381750"/>
            <a:ext cx="507236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8D8880"/>
                </a:solidFill>
                <a:latin typeface="Inter"/>
                <a:latin typeface="Inter"/>
                <a:ea typeface="Inter"/>
                <a:cs typeface="Inter"/>
              </a:rPr>
              <a:t>Фрагменты той же папки крупно: верх и центр с росчерками Фрейзера и Паттерсона.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2450" y="371475"/>
            <a:ext cx="3350716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СОПЕРНИКИ АЛИ · КТО ЕСТЬ КТО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600075"/>
            <a:ext cx="2397770" cy="504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0"/>
              </a:lnSpc>
            </a:pPr>
            <a:r>
              <a:rPr sz="30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Кто эти люди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486793"/>
            <a:ext cx="1859161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Джо Фрейзер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875383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Три боя с Али. Победил в «Бою века» 1971 года — первое поражение Али в карьере.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4125" y="1486793"/>
            <a:ext cx="1664791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Кен Нортон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4125" y="1903958"/>
            <a:ext cx="5396210" cy="276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Три боя. В марте 1973-го сломал Али челюсть и выиграл по очкам.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694533"/>
            <a:ext cx="1822549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Леон Спинкс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3083123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В феврале 1978-го забрал у Али титул — в восьмом бою своей профессиональной карьеры.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4125" y="2694533"/>
            <a:ext cx="2035225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Эрни Шейверс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3175" y="3083123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Самый тяжёлый удар дивизиона. В 1977-м продержал Али все пятнадцать раундов.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3902273"/>
            <a:ext cx="2363242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Флойд Паттерсон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290864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Дважды выходил против Али — в 1965-м и 1972-м. До того дважды чемпион мира.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4125" y="3902273"/>
            <a:ext cx="1363861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Рон Лайл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3175" y="4290864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Май 1975-го: вёл по очкам до одиннадцатого раунда, пока Али не остановил бой.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" y="5110014"/>
            <a:ext cx="2023318" cy="390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5"/>
              </a:lnSpc>
            </a:pPr>
            <a:r>
              <a:rPr sz="22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Майкл Спинкс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5498604"/>
            <a:ext cx="5286375" cy="619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0" b="0" i="0">
                <a:solidFill>
                  <a:srgbClr val="B5AFA3"/>
                </a:solidFill>
                <a:latin typeface="Inter"/>
                <a:latin typeface="Inter"/>
                <a:ea typeface="Inter"/>
                <a:cs typeface="Inter"/>
              </a:rPr>
              <a:t>Брат Леона, олимпийское золото 1976 года. Первый полутяжеловес, ставший чемпионом в тяжёлом весе.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654" y="1453604"/>
            <a:ext cx="4984429" cy="3771751"/>
          </a:xfrm>
          <a:prstGeom prst="rect">
            <a:avLst/>
          </a:prstGeom>
        </p:spPr>
      </p:pic>
      <p:pic>
        <p:nvPicPr>
          <p:cNvPr id="4" name="Picture 3" descr="m0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50" y="1453604"/>
            <a:ext cx="4876237" cy="3771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2450" y="266700"/>
            <a:ext cx="3283595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0"/>
              </a:lnSpc>
            </a:pPr>
            <a:r>
              <a:rPr sz="24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Как мы отдаём подарок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86912" y="428625"/>
            <a:ext cx="2205038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УПАКОВКА STARGIFT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9050" y="5850434"/>
            <a:ext cx="8286750" cy="10647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Каждый предмет уходит в фирменной упаковке дома: крафт-бумага с автографами великих, лента Stargift и плотный подарочный пакет. Оформленную работу привозим и вешаем сами.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8650" y="3147120"/>
            <a:ext cx="10934700" cy="9525"/>
          </a:xfrm>
          <a:prstGeom prst="rect">
            <a:avLst/>
          </a:prstGeom>
          <a:solidFill>
            <a:srgbClr val="2E2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8650" y="4051995"/>
            <a:ext cx="10934700" cy="9525"/>
          </a:xfrm>
          <a:prstGeom prst="rect">
            <a:avLst/>
          </a:prstGeom>
          <a:solidFill>
            <a:srgbClr val="2E2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650" y="5196780"/>
            <a:ext cx="10934700" cy="9525"/>
          </a:xfrm>
          <a:prstGeom prst="rect">
            <a:avLst/>
          </a:prstGeom>
          <a:solidFill>
            <a:srgbClr val="2E2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428625"/>
            <a:ext cx="118571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1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СОБРАНИЕ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647700"/>
            <a:ext cx="2660452" cy="542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</a:pPr>
            <a:r>
              <a:rPr sz="33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Три предмета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632770"/>
            <a:ext cx="7653933" cy="276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95"/>
              </a:lnSpc>
            </a:pPr>
            <a:r>
              <a:rPr sz="14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Программа церемонии Международного зала боксёрской славы, 9 июня 1996 года, 22 автографа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06918" y="2489895"/>
            <a:ext cx="16469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40"/>
              </a:lnSpc>
            </a:pPr>
            <a:r>
              <a:rPr sz="270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700 000 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3537645"/>
            <a:ext cx="7839968" cy="2762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95"/>
              </a:lnSpc>
            </a:pPr>
            <a:r>
              <a:rPr sz="14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Программа церемонии Международного зала боксёрской славы, 15 июня 1997 года, 19 автографов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06918" y="3394770"/>
            <a:ext cx="16469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40"/>
              </a:lnSpc>
            </a:pPr>
            <a:r>
              <a:rPr sz="270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600 000 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23470"/>
            <a:ext cx="9287768" cy="5828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95"/>
              </a:lnSpc>
            </a:pPr>
            <a:r>
              <a:rPr sz="14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Официальный пресс-кит Международного зала боксёрской славы, 6–9 июня 1996 года, автографы соперников Мохаммеда Али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06918" y="4299645"/>
            <a:ext cx="16469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40"/>
              </a:lnSpc>
            </a:pPr>
            <a:r>
              <a:rPr sz="270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550 000 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15050"/>
            <a:ext cx="12192000" cy="9525"/>
          </a:xfrm>
          <a:prstGeom prst="rect">
            <a:avLst/>
          </a:prstGeom>
          <a:solidFill>
            <a:srgbClr val="3A3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572566"/>
            <a:ext cx="1654820" cy="12572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3115568"/>
            <a:ext cx="7181850" cy="1483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96"/>
              </a:lnSpc>
            </a:pPr>
            <a:r>
              <a:rPr sz="33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Канастота, июнь. Один день в году, когда весь бокс расписывается в одной комнате.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550" y="6324600"/>
            <a:ext cx="1331119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980" b="0" i="0" spc="234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STARGIFT.RU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