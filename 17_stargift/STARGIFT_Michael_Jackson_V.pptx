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25250"/>
            <a:ext cx="6858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1525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313539"/>
            <a:ext cx="35124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8665964"/>
            <a:ext cx="6000750" cy="1630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120"/>
              </a:lnSpc>
            </a:pPr>
            <a:r>
              <a:rPr sz="6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</a:t>
            </a:r>
          </a:p>
          <a:p>
            <a:pPr algn="l">
              <a:lnSpc>
                <a:spcPts val="6120"/>
              </a:lnSpc>
            </a:pPr>
            <a:r>
              <a:rPr sz="6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429875"/>
            <a:ext cx="6000750" cy="733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8"/>
              </a:lnSpc>
            </a:pPr>
            <a:r>
              <a:rPr sz="17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Девять подписанных пластинок и пять фотографий. Двадцать лет карьеры, собранные по конвертам.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0210" y="11205270"/>
            <a:ext cx="374779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 spc="54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1725275"/>
            <a:ext cx="322912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 spc="24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14 ПРЕДМЕТОВ · 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29825"/>
            <a:ext cx="8001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147447"/>
            <a:ext cx="238913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1969–1971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8499872"/>
            <a:ext cx="6000750" cy="1358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9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Пятеро братьев</a:t>
            </a:r>
          </a:p>
          <a:p>
            <a:pPr algn="l">
              <a:lnSpc>
                <a:spcPts val="5049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из Гэри, Индиана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439400"/>
            <a:ext cx="600075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Осенью 1969-го Motown выпустил сингл группы, которую никто не знал. Через три месяца он стоял первым, а солисту было одиннадцать.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122" y="11872020"/>
            <a:ext cx="397787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 spc="54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Bernie Ilson, Inc. · Wikimedia Commons · public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3" y="1156692"/>
            <a:ext cx="6095974" cy="60187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52263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«Diana Ross Presents The Jackson 5»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632793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1969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Дебютный альбом Jackson 5. Сингл с этой пластинки встал на первое место Billboard в январе 1970-го.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1885355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3224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9" y="1517600"/>
            <a:ext cx="6095901" cy="4897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246566"/>
            <a:ext cx="255136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541841"/>
            <a:ext cx="6076950" cy="1276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5938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1971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Первый тираж 1971 года, разворотный конверт. Подписан не одним Майклом — росчерки братьев по всей обложке.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14104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3" y="1113383"/>
            <a:ext cx="6095874" cy="6105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55284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«Got To Be There» — конверт сольного дебюта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62058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1972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Сольный дебют — Майклу тринадцать. С этой обложки начинается его отдельная биография.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38511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7" y="1150590"/>
            <a:ext cx="6095986" cy="60309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55701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63621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1984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Записи 1973 года пролежали в архиве Motown одиннадцать лет и вышли альбомом только в 1984-м.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0874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29825"/>
            <a:ext cx="8001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147447"/>
            <a:ext cx="197301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1979–1987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8499872"/>
            <a:ext cx="6000750" cy="1358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9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Куинси Джонс</a:t>
            </a:r>
          </a:p>
          <a:p>
            <a:pPr algn="l">
              <a:lnSpc>
                <a:spcPts val="5049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три альбома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439400"/>
            <a:ext cx="600075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Три пластинки подряд, каждая продавалась лучше предыдущей — случай, которого в поп-музыке больше не было.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0210" y="11872020"/>
            <a:ext cx="374779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 spc="54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26450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2" y="1475184"/>
            <a:ext cx="6095995" cy="5075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340775"/>
            <a:ext cx="254942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5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636050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«Off The Wall»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569500"/>
            <a:ext cx="12293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1979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817150"/>
            <a:ext cx="6076950" cy="993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Первая работа с Куинси Джонсом. Четыре сингла в первой десятке Billboard — до этого такого не делал никто.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91643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4" y="1061889"/>
            <a:ext cx="6095911" cy="6208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55329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ранний тираж QE 38112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239143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1982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в истории. Ранний тираж: каталожный номер QE 38112.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58752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980116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59" y="2773114"/>
            <a:ext cx="6095883" cy="4433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0294441"/>
            <a:ext cx="320322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ПЛАСТИНКА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0561141"/>
            <a:ext cx="3696146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Раскрывающаяся рама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11142166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слева, винил справа в глубокой нише на бордовом бархате. Латунные петли, табличка с именем.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980116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4" y="1919585"/>
            <a:ext cx="6095912" cy="6140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0294441"/>
            <a:ext cx="320322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ПЛАСТИНКА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0561141"/>
            <a:ext cx="30987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Закрытый квадрат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11142166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Та же пластинка в простой подаче: одна рама, бордовое паспарту, вдвое меньше места на стене.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3224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2" y="888950"/>
            <a:ext cx="6095976" cy="61541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246566"/>
            <a:ext cx="254496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7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541841"/>
            <a:ext cx="6076950" cy="1276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87404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1982 · EPIC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Японское издание с оби-полосой. Инструментальная версия выходила только для Японии.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087761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5" y="2089398"/>
            <a:ext cx="6095910" cy="41533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55329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8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конверт с именным посвящением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23319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1987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Пять синглов с одного альбома на первом месте Billboard. Подписан конкретному человеку, с именем от руки.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64407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3234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3" y="1123652"/>
            <a:ext cx="6095935" cy="6485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9046666"/>
            <a:ext cx="255329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9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9313366"/>
            <a:ext cx="5857875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промо-тираж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23319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1987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Промо-тираж: рассылался на радио до выхода, в продажу не поступал.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6961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372725"/>
            <a:ext cx="8001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490347"/>
            <a:ext cx="161686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ФОТОГРАФИИ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8842772"/>
            <a:ext cx="6000750" cy="1358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49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Белый дом,</a:t>
            </a:r>
          </a:p>
          <a:p>
            <a:pPr algn="l">
              <a:lnSpc>
                <a:spcPts val="5049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мая 1984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782300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Рейган вручает Джексону благодарность за «Beat It», отданную кампании против пьяного вождения.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6682" y="11872020"/>
            <a:ext cx="507131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 spc="54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Ronald Reagan Presidential Library · Wikimedia Commons · public domain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5" y="371326"/>
            <a:ext cx="6095990" cy="7589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78338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10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эпохи «Billie Jean» с автографом, 41×51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279975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1983 · ЭПОХА «BILLIE JEAN»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Эпоха «Billie Jean». Самый крупный формат подборки — 41×51 см.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00858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5" y="795784"/>
            <a:ext cx="6095870" cy="674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7504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635323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1980-Е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Расшитый сценический костюм — часть образа, который Джексон выстраивал сам.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33302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02" y="323850"/>
            <a:ext cx="5840796" cy="7684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77921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Цветная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84013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1990-Е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Поздний сценический образ: чёрная куртка с шевронами. Автограф серебром по тёмному полю.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14104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14" y="323850"/>
            <a:ext cx="6039972" cy="7684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78070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белой шляпе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322867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1987–1988 · «SMOOTH CRIMINAL»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«Smooth Criminal»: белая шляпа, синий свет и самая копируемая поза в поп-музыке.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216917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980116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7" y="1372939"/>
            <a:ext cx="6095925" cy="72340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0294441"/>
            <a:ext cx="332303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ФОТОГРАФИЯ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0561141"/>
            <a:ext cx="4389537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Тёмная рама, синий бархат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11142166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Под холодный кадр — синее паспарту: рама не спорит со сценическим светом.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980116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55" y="1536948"/>
            <a:ext cx="6095890" cy="6906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0294441"/>
            <a:ext cx="332303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ФОТОГРАФИЯ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0561141"/>
            <a:ext cx="3703886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Кованое золото, бордо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11142166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Тёплый кадр требует тёплой рамы. Цвет паспарту всегда берём у самой фотографии.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332291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3" y="2839194"/>
            <a:ext cx="6095913" cy="26537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646616"/>
            <a:ext cx="278487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941891"/>
            <a:ext cx="60769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 на отдельном листе в капсуле, 23×9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875341"/>
            <a:ext cx="115490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АВТОГРАФ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122991"/>
            <a:ext cx="6076950" cy="6878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Росчерк на отдельном листе в капсуле. Оформляется в раму рядом с любой фотографией на выбор.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25175"/>
            <a:ext cx="1839813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7287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02547"/>
            <a:ext cx="6858000" cy="9525"/>
          </a:xfrm>
          <a:prstGeom prst="rect">
            <a:avLst/>
          </a:prstGeom>
          <a:solidFill>
            <a:srgbClr val="E7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509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03" y="0"/>
            <a:ext cx="6478794" cy="4902547"/>
          </a:xfrm>
          <a:prstGeom prst="rect">
            <a:avLst/>
          </a:prstGeom>
        </p:spPr>
      </p:pic>
      <p:pic>
        <p:nvPicPr>
          <p:cNvPr id="6" name="Picture 5" descr="m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74" y="4912072"/>
            <a:ext cx="6325851" cy="4893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10081320"/>
            <a:ext cx="24328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0348020"/>
            <a:ext cx="3677543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" y="10874425"/>
            <a:ext cx="6076950" cy="993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9"/>
              </a:lnSpc>
            </a:pPr>
            <a:r>
              <a:rPr sz="16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Крафт-бумага с автографами великих, лента дома и плотный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" y="201930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9100" y="255270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308610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100" y="361950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100" y="415290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" y="468630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100" y="5418534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100" y="6150769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100" y="6883003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100" y="7416403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100" y="7949803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" y="8483203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100" y="9016603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" y="9550003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457200"/>
            <a:ext cx="247456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95325"/>
            <a:ext cx="2809726" cy="676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</a:pPr>
            <a:r>
              <a:rPr sz="39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предметов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1657350"/>
            <a:ext cx="331767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«Off The Wall» — конверт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565" y="1600200"/>
            <a:ext cx="125283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2190750"/>
            <a:ext cx="312181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промо-тираж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8025" y="2133600"/>
            <a:ext cx="124137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2724150"/>
            <a:ext cx="4744343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конверт с именным посвящением и автографом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0704" y="2667000"/>
            <a:ext cx="1238696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3257550"/>
            <a:ext cx="4110484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ранний тираж QE 38112 с автографом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3680" y="3200400"/>
            <a:ext cx="123572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3790950"/>
            <a:ext cx="433134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белой шляпе с автографом, 28×36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8322" y="3733800"/>
            <a:ext cx="1241078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4324350"/>
            <a:ext cx="379749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Цветная фотография с автографом, 28×36 см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7046" y="4267200"/>
            <a:ext cx="121235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" y="4848225"/>
            <a:ext cx="4902696" cy="5036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7046" y="4800600"/>
            <a:ext cx="121235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050" y="5580459"/>
            <a:ext cx="4916388" cy="5036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0738" y="5532834"/>
            <a:ext cx="1198662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6312694"/>
            <a:ext cx="4892725" cy="5036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075" y="6265069"/>
            <a:ext cx="122232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7054453"/>
            <a:ext cx="454922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эпохи «Billie Jean» с автографом, 41×51 см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3892" y="6997303"/>
            <a:ext cx="1205508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7587853"/>
            <a:ext cx="43879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«Farewell My Summer Love» — конверт с автографом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9874" y="7530703"/>
            <a:ext cx="1209526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8121253"/>
            <a:ext cx="5012531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«Got To Be There» — конверт сольного дебюта с автографом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4247" y="8064103"/>
            <a:ext cx="1225153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8654653"/>
            <a:ext cx="508277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«Diana Ross Presents The Jackson 5» — конверт с автографом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6406" y="8597503"/>
            <a:ext cx="109299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000" y="9188053"/>
            <a:ext cx="412596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2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Автограф на отдельном листе в капсуле, 23×9 см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60219" y="9130903"/>
            <a:ext cx="1069181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353800"/>
            <a:ext cx="6858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745430"/>
            <a:ext cx="1629817" cy="1238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50" y="5326559"/>
            <a:ext cx="6076950" cy="23389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55"/>
              </a:lnSpc>
            </a:pPr>
            <a:r>
              <a:rPr sz="40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 Джексон. От первого сингла до последней пластинки с Куинси Джонсом.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1591925"/>
            <a:ext cx="150078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