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793" y="0"/>
            <a:ext cx="3374529" cy="6858000"/>
          </a:xfrm>
          <a:prstGeom prst="rect">
            <a:avLst/>
          </a:prstGeom>
        </p:spPr>
      </p:pic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322" y="0"/>
            <a:ext cx="3374678" cy="6858000"/>
          </a:xfrm>
          <a:prstGeom prst="rect">
            <a:avLst/>
          </a:prstGeom>
        </p:spPr>
      </p:pic>
      <p:pic>
        <p:nvPicPr>
          <p:cNvPr id="5" name="Picture 4" descr="m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552461"/>
            <a:ext cx="1880592" cy="142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2668488"/>
            <a:ext cx="282475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ФУТБОЛ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2982813"/>
            <a:ext cx="4795093" cy="13835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14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Мбаппе</a:t>
            </a:r>
          </a:p>
          <a:p>
            <a:pPr algn="l">
              <a:lnSpc>
                <a:spcPts val="5148"/>
              </a:lnSpc>
            </a:pPr>
            <a:r>
              <a:rPr sz="49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и Ямаль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4499670"/>
            <a:ext cx="3340001" cy="10328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2"/>
              </a:lnSpc>
            </a:pPr>
            <a:r>
              <a:rPr sz="116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Двадцать шесть предметов двух главных имён современного футбола: майки, мячи, бутса и фотографии — каждая вещь с автографом.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6162675"/>
            <a:ext cx="237157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26 ПРЕДМЕТОВ · ИЮЛЬ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7438" y="6619429"/>
            <a:ext cx="2687985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Balkan Photos · Wikimedia Commons · CC BY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3483" y="6619429"/>
            <a:ext cx="2696617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Berlination · Wikimedia Commons ·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476476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133451"/>
            <a:ext cx="302642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80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РАЗДЕЛ ПЕРВЫЙ · 13 ПРЕДМЕТОВ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409676"/>
            <a:ext cx="3809851" cy="885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sz="5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771751"/>
            <a:ext cx="4528393" cy="97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Чемпион Европы в семнадцать, десятый номер «Барселоны», лучший молодой футболист мира. Рынок его вещей рождается прямо сейчас.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61115" y="6619429"/>
            <a:ext cx="3068985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Junta de Andalucía · Wikimedia Commons · CC BY-SA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40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6055" y="1690985"/>
            <a:ext cx="228004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1 ИЗ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5105" y="1948160"/>
            <a:ext cx="4661595" cy="1020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гостевая футболка сборной Испании Евро-2024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3025825"/>
            <a:ext cx="4661595" cy="1464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Гостевая футболка сборной Испании турнира Евро-2024 — с автографом. Тот чемпионат Ямаль закончил чемпионом Европы в семнадцать лет: самый молодой игрок и самый молодой автор гола в истории турнира, лучший молодой игрок Евро. Золотистая выездная форма с патчами турнира — форма чемпионского лета Испании.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6055" y="4585841"/>
            <a:ext cx="1255961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5004941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576" y="695325"/>
            <a:ext cx="3343573" cy="4476750"/>
          </a:xfrm>
          <a:prstGeom prst="rect">
            <a:avLst/>
          </a:prstGeom>
        </p:spPr>
      </p:pic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51" y="695325"/>
            <a:ext cx="3343573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3811786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Золото Евро-2024 · форма целиком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632" y="361950"/>
            <a:ext cx="192806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1 ИЗ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322" y="5267325"/>
            <a:ext cx="4187130" cy="4619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Лицевая сторона: эмблема федерации и патч чемпионата Европы 2024 года.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6597" y="5267325"/>
            <a:ext cx="4187130" cy="4619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Спина: LAMINE YAMAL, № 19 — номер, под которым он стал чемпионом Европы.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1806773"/>
            <a:ext cx="230118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2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063948"/>
            <a:ext cx="4661595" cy="1020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домашняя футболка сборной Испании ЧМ-2026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141613"/>
            <a:ext cx="4661595" cy="1233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Домашняя футболка сборной Испании образца чемпионата мира 2026 года — с автографом. Красная с золотыми полосами и патчами турнира. Испания едет на чемпионат мира действующим чемпионом Европы, и Ямаль — первое имя этой команды.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470202"/>
            <a:ext cx="1255961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889302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2195512"/>
            <a:ext cx="230237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3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45268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футболка сборной Испании ЧМ-2026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215580"/>
            <a:ext cx="4661595" cy="7704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Футболка сборной Испании образца чемпионата мира 2026 года — с автографом. Второй экземпляр домашней формы турнира: красная с тёмно-синими рукавами, номер 19 на спине.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081314"/>
            <a:ext cx="1255961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500414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1964085"/>
            <a:ext cx="230534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4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221260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домашняя футболка «Барселоны» 2025/26 с автографом, №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2984153"/>
            <a:ext cx="4661595" cy="1233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Домашняя футболка «Барселоны» сезона 2025/26 — с автографом. Летом 2025 года Ямаль получил десятый номер клуба — номер Месси, Роналдиньо и Марадоны. Первая майка «Барсы» с надписью LAMINE YAMAL и десяткой на спине — вещь, фиксирующая смену эпох в клубе.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312741"/>
            <a:ext cx="1249263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731841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1964085"/>
            <a:ext cx="229984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5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221260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гостевая футболка «Барселоны» 2024/25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2984153"/>
            <a:ext cx="4661595" cy="1233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Гостевая футболка «Барселоны» сезона 2024/25 — с автографом. Чёрная выездная форма сезона, в котором «Барса» взяла чемпионат, Кубок и Суперкубок Испании, а Ямаль стал обладателем Trophée Kopa — приза лучшему молодому футболисту мира.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312741"/>
            <a:ext cx="1249263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731841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2079873"/>
            <a:ext cx="230266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6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33704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футболка «Барселоны»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099941"/>
            <a:ext cx="4661595" cy="10019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Футболка «Барселоны» — с автографом Ламина Ямаля. Тёмная форма клуба, в котором он прошёл путь от дебюта в пятнадцать лет до статуса первой звезды: воспитанник «Ла Масии», самый молодой автор гола в истории Ла Лиги на момент дебюта.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197102"/>
            <a:ext cx="1255961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616202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03" y="1936849"/>
            <a:ext cx="2984153" cy="29841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2175123"/>
            <a:ext cx="229641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7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43229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бутса adidas F50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195191"/>
            <a:ext cx="4661595" cy="10019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Бутса adidas F50 League Laceless — с автографом. Модель линейки, в которой Ямаль играет за клуб и сборную. Подпись поставлена на закрытой сессии — рядом кадр самого подписания: маркер в руке, бутса на колене.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292352"/>
            <a:ext cx="1249263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299844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Фотографии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85871" y="361950"/>
            <a:ext cx="21108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8–9 ИЗ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7722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фотография «Барселона» крупным планом с автографом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744194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Ямаль в клубной форме ведёт мяч. Крупный план эпохи, когда весь футбол начал следить за семнадцатилетним.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099" y="5418088"/>
            <a:ext cx="993577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357" y="5722888"/>
            <a:ext cx="76706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фотография «Барселона» с автографом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Ямаль празднует гол за «Барселону» у ворот соперника, руки раскинуты — фирменный жест.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8761" y="5186065"/>
            <a:ext cx="100280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6632" y="5490865"/>
            <a:ext cx="76706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4205139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Фотографии с автографом · Евро-2024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7821" y="361950"/>
            <a:ext cx="221887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10–11 ИЗ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фотография сборной Испании с автографом (Евро-2024)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празднование на Евро-2024. Тем летом Ямаль сделал четыре результативные передачи — рекорд турнира для игрока до двадцати лет.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9486" y="5186065"/>
            <a:ext cx="100280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357" y="5490865"/>
            <a:ext cx="76706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фотография сборной Испании с автографом (дождь)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Ямаль указывает на партнёра после гола под дождём. Живой кадр — брызги, улыбка, красная форма Испании.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8761" y="5186065"/>
            <a:ext cx="100280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6632" y="5490865"/>
            <a:ext cx="76706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4205139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Фотографии с автографом · Евро-2024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58623" y="361950"/>
            <a:ext cx="223807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ЛАМИН ЯМАЛЬ · 12–13 ИЗ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фотография гола сборной Испании с автографом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4619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мяч влетает в сетку. Кадр момента, ради которого стадионы встают.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9486" y="4993184"/>
            <a:ext cx="100280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357" y="5297984"/>
            <a:ext cx="76706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Ламин Ямаль — фотография матча Испания — Англия с автографом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эпизод финала Евро-2024 против Англии — матча, который сделал Испанию четырёхкратным чемпионом Европы.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8761" y="5186065"/>
            <a:ext cx="100280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6632" y="5490865"/>
            <a:ext cx="76706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476476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133451"/>
            <a:ext cx="301138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80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РАЗДЕЛ ВТОРОЙ · 13 ПРЕДМЕТОВ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409676"/>
            <a:ext cx="4492526" cy="885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sz="5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771751"/>
            <a:ext cx="4528393" cy="97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Чемпион мира в девятнадцать, капитан Франции, первая девятка «Реал Мадрида». Кубок мира он поднял в Москве.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7532" y="6619429"/>
            <a:ext cx="3642568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Пресс-служба Президента России · Wikimedia Commons · CC BY 4.0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40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6055" y="1964085"/>
            <a:ext cx="248334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1 ИЗ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5105" y="2221260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фотография с Кубком мира с автографом (Москва, 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984153"/>
            <a:ext cx="4661595" cy="12333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20×25 см с автографом: Мбаппе целует Кубок мира в Лужниках. 15 июля 2018 года, Москва: гол в финале в девятнадцать лет — второй тинейджер в истории после Пеле, забивавший в финале чемпионата мира, и лучший молодой игрок того турнира.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6055" y="4312741"/>
            <a:ext cx="125268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731841"/>
            <a:ext cx="47267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2625" y="3247727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1757" y="1485602"/>
            <a:ext cx="362753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5"/>
              </a:lnSpc>
            </a:pPr>
            <a:r>
              <a:rPr sz="819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МОСКВА · ЛУЖНИКИ · 15 ИЮЛЯ 2018 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5" y="1857077"/>
            <a:ext cx="5067300" cy="1162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75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Кубок мира, поднятый в Москве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5" y="3523952"/>
            <a:ext cx="5067300" cy="18674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Гол в финале в девятнадцать лет — до Мбаппе такое удавалось только Пеле. Тот чемпионат мира прошёл в России, и кадры с золотым кубком в Лужниках сделали его мировой звездой за один вечер. Три фотографии этой серии — память о турнире, который случился дома.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4602212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Фотографии с Кубком мира · Москва-2018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7844" y="361950"/>
            <a:ext cx="227885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2–3 ИЗ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7722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фотография с Кубком мира с автографом (крупный план)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744194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20×25 см с автографом: крупный план с золотым кубком. Трофей, поднятый в Москве, — главный кадр карьеры Мбаппе.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146" y="5418088"/>
            <a:ext cx="1005483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329" y="5722888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фотография с Кубком мира с автографом (конфетти)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20×25 см с автографом: Мбаппе с кубком на газоне Лужников под золотым конфетти. Финальная точка чемпионата мира в России.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7421" y="5186065"/>
            <a:ext cx="1005483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2604" y="5490865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3203823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Фотографии «Реал Мадрид»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6207" y="361950"/>
            <a:ext cx="2280493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4–5 ИЗ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фотография «Реал Мадрид» с автографом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20×25 см с автографом: празднование гола на «Сантьяго Бернабеу». В дебютном сезоне за «Реал» Мбаппе забил 44 гола и получил «Золотую бутсу» лучшего бомбардира Европы.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146" y="5378946"/>
            <a:ext cx="1005483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329" y="5683746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фотография «Реал Мадрид» № 9 с автографом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20×25 см с автографом: Мбаппе в белой форме «Реала» с девятым номером — номером первого мадридского сезона.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7421" y="5186065"/>
            <a:ext cx="1005483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2604" y="5490865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40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6055" y="2079873"/>
            <a:ext cx="250581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6 ИЗ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5105" y="233704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арт-принт «Монако»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3099941"/>
            <a:ext cx="4661595" cy="10019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Арт-принт в цветах «Монако» — с автографом красным маркером. Оммаж клубу, где всё началось: в семнадцать Мбаппе ворвался в основу, а в 2017-м взял с «Монако» чемпионство Лиги 1, обыграв ПСЖ ещё до перехода туда.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6055" y="4197102"/>
            <a:ext cx="125268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616202"/>
            <a:ext cx="80545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1786235"/>
            <a:ext cx="249971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7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043410"/>
            <a:ext cx="4661595" cy="10205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гостевая футболка сборной Франции ЧМ-2022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121075"/>
            <a:ext cx="4661595" cy="1464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Гостевая футболка сборной Франции чемпионата мира 2022 года — с автографом. Белая форма с рисунком туаль-де-жуи, в которой Франция дошла до финала Катара. Тот турнир Мбаппе закончил лучшим бомбардиром — восемь голов, включая хет-трик в финале: первый хет-трик в финале чемпионата мира с 1966 года.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681091"/>
            <a:ext cx="1257598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500 000 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2079873"/>
            <a:ext cx="250581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8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33704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футболка сборной Франции 2026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099941"/>
            <a:ext cx="4661595" cy="10019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Футболка сборной Франции образца 2026 года — с автографом. Синяя форма с десятым номером, в которой капитан сборной поведёт Францию на чемпионат мира 2026 года за третьей звездой.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197102"/>
            <a:ext cx="1257598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616202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2195512"/>
            <a:ext cx="250581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9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45268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футболка «Реал Мадрид» с автографом, №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215580"/>
            <a:ext cx="4661595" cy="7704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Домашняя футболка «Реал Мадрида» с девятым номером — с автографом. Белая форма первого мадридского сезона: 44 гола, «Золотая бутса» и статус наследника великой девятки Роналдо.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081314"/>
            <a:ext cx="127307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480 000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500414"/>
            <a:ext cx="80545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40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6055" y="2195512"/>
            <a:ext cx="258871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10 ИЗ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5105" y="245268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футболка «Реал Мадрид»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3215580"/>
            <a:ext cx="4661595" cy="7704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Футболка «Реал Мадрида» — с автографом Мбаппе. Второй экземпляр белой домашней формы, подпись чёрным маркером поверх номера.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6055" y="4081314"/>
            <a:ext cx="127307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480 000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500414"/>
            <a:ext cx="80545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9" y="1431280"/>
            <a:ext cx="2984094" cy="3995440"/>
          </a:xfrm>
          <a:prstGeom prst="rect">
            <a:avLst/>
          </a:prstGeom>
        </p:spPr>
      </p:pic>
      <p:pic>
        <p:nvPicPr>
          <p:cNvPr id="4" name="Picture 3" descr="m0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932" y="1431280"/>
            <a:ext cx="2984094" cy="3995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6055" y="2079873"/>
            <a:ext cx="256460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11 ИЗ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33704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мяч Nike сборной Франции с 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105" y="3099941"/>
            <a:ext cx="4661595" cy="10019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Мяч Nike в тёмно-синем оформлении сборной Франции — с автографом серебряным маркером. Петух федерации, надпись FRANCE и размашистая подпись капитана сборной на одной панели предмета.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197102"/>
            <a:ext cx="1257598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500 000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055" y="4616202"/>
            <a:ext cx="80873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40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6055" y="2079873"/>
            <a:ext cx="2585591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12 ИЗ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5105" y="2337048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Килиан Мбаппе — карточка ПСЖ 2019/20 с автографом, капсула PSA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3099941"/>
            <a:ext cx="4661595" cy="10019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Коллекционная карточка ПСЖ сезона 2019/20 с автографом на карточке — в защитной капсуле PSA. Подписанные карточки Мбаппе той эпохи — растущий сегмент рынка: тираж мал, спрос мировой.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6055" y="4197102"/>
            <a:ext cx="1233785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6055" y="4616202"/>
            <a:ext cx="47922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40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16055" y="1943695"/>
            <a:ext cx="258678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КИЛИАН МБАППЕ · 13 ИЗ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5105" y="2200870"/>
            <a:ext cx="4661595" cy="7057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80"/>
              </a:lnSpc>
            </a:pPr>
            <a:r>
              <a:rPr sz="21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 и Килиан Мбаппе — футболка ПСЖ с двумя автографами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5105" y="2963763"/>
            <a:ext cx="4661595" cy="1464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Выездная футболка ПСЖ сезона 2022/23 — с автографами Месси и Мбаппе. Два года они выходили на поле вместе, а в финале ЧМ-2022 оказались по разные стороны величайшего финала в истории: 3:3, хет-трик Мбаппе против двух голов Месси. Одна майка с двумя этими подписями — предмет, в котором сходится целая эпоха.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6055" y="4523780"/>
            <a:ext cx="1273076" cy="409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10"/>
              </a:lnSpc>
            </a:pPr>
            <a:r>
              <a:rPr sz="21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358902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1692027"/>
            <a:ext cx="180885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ПАРИЖ · 2021–2023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044452"/>
            <a:ext cx="3982641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50"/>
              </a:lnSpc>
            </a:pPr>
            <a:r>
              <a:rPr sz="40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Два имени на одной майке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616077"/>
            <a:ext cx="4304854" cy="15689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Величайший игрок прошлой эпохи и первый игрок нынешней два сезона выходили на поле вместе. Майка ПСЖ с подписями обоих — редкий предмет, где эти карьеры пересекаются буквально.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15177" y="6619429"/>
            <a:ext cx="2714923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Liondartois · Wikimedia Commons · CC BY-SA 4.0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49542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1916013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2336602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275719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3177778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50" y="3598366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401895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" y="4439543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4860131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650" y="528072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650" y="5701308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650" y="6121896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" y="6542484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42900"/>
            <a:ext cx="200977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533400"/>
            <a:ext cx="2347317" cy="561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1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 предметов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1247775"/>
            <a:ext cx="483736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 и Килиан Мбаппе — футболка ПСЖ с двумя автографами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76955" y="1209675"/>
            <a:ext cx="87689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900 000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1668363"/>
            <a:ext cx="520943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гостевая футболка сборной Франции ЧМ-2022 с автографом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6480" y="1630263"/>
            <a:ext cx="86737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500 000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088952"/>
            <a:ext cx="436929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футболка сборной Франции 2026 с автографом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6480" y="2050852"/>
            <a:ext cx="86737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500 000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509540"/>
            <a:ext cx="398844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мяч Nike сборной Франции с автографом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6480" y="2471440"/>
            <a:ext cx="86737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500 000 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930128"/>
            <a:ext cx="419204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футболка «Реал Мадрид» с автографом, №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76955" y="2892028"/>
            <a:ext cx="87689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480 000 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3350716"/>
            <a:ext cx="386640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футболка «Реал Мадрид» с автографом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76955" y="3312616"/>
            <a:ext cx="87689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480 000 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3771305"/>
            <a:ext cx="516195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гостевая футболка сборной Испании Евро-2024 с автографом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7521" y="3733205"/>
            <a:ext cx="866329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4191893"/>
            <a:ext cx="51600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домашняя футболка сборной Испании ЧМ-2026 с автографом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7521" y="4153793"/>
            <a:ext cx="866329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4612481"/>
            <a:ext cx="448404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футболка сборной Испании ЧМ-2026 с автографом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7521" y="4574381"/>
            <a:ext cx="866329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5033070"/>
            <a:ext cx="359821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футболка «Барселоны» с автографом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7521" y="4994970"/>
            <a:ext cx="866329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380 000 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5453658"/>
            <a:ext cx="520154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домашняя футболка «Барселоны» 2025/26 с автографом, №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91689" y="5415558"/>
            <a:ext cx="862161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5874246"/>
            <a:ext cx="472812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гостевая футболка «Барселоны» 2024/25 с автографом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1689" y="5836146"/>
            <a:ext cx="862161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" y="6294834"/>
            <a:ext cx="320069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бутса adidas F50 с автографом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1689" y="6256734"/>
            <a:ext cx="862161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360 000 ₽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49542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1916013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2336602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275719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3177778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50" y="3598366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401895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" y="4439543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4860131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650" y="528072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650" y="5701308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650" y="6121896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" y="6542484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42900"/>
            <a:ext cx="200977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550" y="533400"/>
            <a:ext cx="2441377" cy="561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1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Продолжение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550" y="1247775"/>
            <a:ext cx="456247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карточка ПСЖ 2019/20 с автографом, капсула PSA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1214" y="1209675"/>
            <a:ext cx="852636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350 000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1668363"/>
            <a:ext cx="494317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фотография с Кубком мира с автографом (Москва, 2018)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9605" y="1630263"/>
            <a:ext cx="86424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2088952"/>
            <a:ext cx="496832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фотография с Кубком мира с автографом (крупный план)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9605" y="2050852"/>
            <a:ext cx="86424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2509540"/>
            <a:ext cx="4677221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фотография с Кубком мира с автографом (конфетти)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9605" y="2471440"/>
            <a:ext cx="86424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930128"/>
            <a:ext cx="401910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фотография «Реал Мадрид» с автографом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9605" y="2892028"/>
            <a:ext cx="86424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3350716"/>
            <a:ext cx="4308425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фотография «Реал Мадрид» № 9 с автографом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9605" y="3312616"/>
            <a:ext cx="86424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3771305"/>
            <a:ext cx="3558778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Килиан Мбаппе — арт-принт «Монако» с автографом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9605" y="3733205"/>
            <a:ext cx="864245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4191893"/>
            <a:ext cx="482396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фотография «Барселона» крупным планом с автографом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99428" y="4153793"/>
            <a:ext cx="854422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4612481"/>
            <a:ext cx="373171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фотография «Барселона» с автографом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1838" y="4574381"/>
            <a:ext cx="862012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5033070"/>
            <a:ext cx="482471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фотография сборной Испании с автографом (Евро-2024)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91838" y="4994970"/>
            <a:ext cx="862012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5453658"/>
            <a:ext cx="43359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фотография гола сборной Испании с автографом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91838" y="5415558"/>
            <a:ext cx="862012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5874246"/>
            <a:ext cx="4497437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фотография матча Испания — Англия с автографом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1838" y="5836146"/>
            <a:ext cx="862012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" y="6294834"/>
            <a:ext cx="4545806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1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Ламин Ямаль — фотография сборной Испании с автографом (дождь)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91838" y="6256734"/>
            <a:ext cx="862012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240 000 ₽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4079"/>
            <a:ext cx="1830437" cy="139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3547616"/>
            <a:ext cx="6454229" cy="15344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28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Мбаппе и Ямаль. Настоящее и будущее футбола — в одном собрании.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6334125"/>
            <a:ext cx="1184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819" b="0" i="0" spc="198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